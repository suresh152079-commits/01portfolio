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8" r:id="rId13"/>
  </p:sldIdLst>
  <p:sldSz type="screen16x9" cy="6858000" cx="12192000"/>
  <p:notesSz cx="12192000" cy="6858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p:cViewPr varScale="1">
        <p:scale>
          <a:sx n="62" d="100"/>
          <a:sy n="62" d="100"/>
        </p:scale>
        <p:origin x="804" y="5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tableStyles" Target="tableStyle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44" name=""/>
        <p:cNvGrpSpPr/>
        <p:nvPr/>
      </p:nvGrpSpPr>
      <p:grpSpPr>
        <a:xfrm>
          <a:off x="0" y="0"/>
          <a:ext cx="0" cy="0"/>
          <a:chOff x="0" y="0"/>
          <a:chExt cx="0" cy="0"/>
        </a:xfrm>
      </p:grpSpPr>
      <p:sp>
        <p:nvSpPr>
          <p:cNvPr id="1048694" name="Header Placeholder 1"/>
          <p:cNvSpPr>
            <a:spLocks noGrp="1"/>
          </p:cNvSpPr>
          <p:nvPr>
            <p:ph type="hdr" sz="quarter"/>
          </p:nvPr>
        </p:nvSpPr>
        <p:spPr>
          <a:xfrm>
            <a:off x="0" y="0"/>
            <a:ext cx="5283200" cy="344488"/>
          </a:xfrm>
          <a:prstGeom prst="rect"/>
        </p:spPr>
        <p:txBody>
          <a:bodyPr bIns="45720" lIns="91440" rIns="91440" rtlCol="0" tIns="45720" vert="horz"/>
          <a:lstStyle>
            <a:lvl1pPr algn="l">
              <a:defRPr sz="1200"/>
            </a:lvl1pPr>
          </a:lstStyle>
          <a:p>
            <a:endParaRPr lang="en-IN"/>
          </a:p>
        </p:txBody>
      </p:sp>
      <p:sp>
        <p:nvSpPr>
          <p:cNvPr id="1048695" name="Date Placeholder 2"/>
          <p:cNvSpPr>
            <a:spLocks noGrp="1"/>
          </p:cNvSpPr>
          <p:nvPr>
            <p:ph type="dt" idx="1"/>
          </p:nvPr>
        </p:nvSpPr>
        <p:spPr>
          <a:xfrm>
            <a:off x="6905625" y="0"/>
            <a:ext cx="5283200" cy="344488"/>
          </a:xfrm>
          <a:prstGeom prst="rect"/>
        </p:spPr>
        <p:txBody>
          <a:bodyPr bIns="45720" lIns="91440" rIns="91440" rtlCol="0" tIns="45720" vert="horz"/>
          <a:lstStyle>
            <a:lvl1pPr algn="r">
              <a:defRPr sz="1200"/>
            </a:lvl1pPr>
          </a:lstStyle>
          <a:p>
            <a:fld id="{84B86612-B127-4CD0-BF15-66D49A7175F7}" type="datetimeFigureOut">
              <a:rPr lang="en-IN" smtClean="0"/>
              <a:t>18-08-2025</a:t>
            </a:fld>
            <a:endParaRPr lang="en-IN"/>
          </a:p>
        </p:txBody>
      </p:sp>
      <p:sp>
        <p:nvSpPr>
          <p:cNvPr id="1048696" name="Slide Image Placeholder 3"/>
          <p:cNvSpPr>
            <a:spLocks noChangeAspect="1" noRot="1" noGrp="1"/>
          </p:cNvSpPr>
          <p:nvPr>
            <p:ph type="sldImg" idx="2"/>
          </p:nvPr>
        </p:nvSpPr>
        <p:spPr>
          <a:xfrm>
            <a:off x="4038600" y="857250"/>
            <a:ext cx="4114800" cy="2314575"/>
          </a:xfrm>
          <a:prstGeom prst="rect"/>
          <a:noFill/>
          <a:ln w="12700">
            <a:solidFill>
              <a:prstClr val="black"/>
            </a:solidFill>
          </a:ln>
        </p:spPr>
        <p:txBody>
          <a:bodyPr anchor="ctr" bIns="45720" lIns="91440" rIns="91440" rtlCol="0" tIns="45720" vert="horz"/>
          <a:p>
            <a:endParaRPr lang="en-IN"/>
          </a:p>
        </p:txBody>
      </p:sp>
      <p:sp>
        <p:nvSpPr>
          <p:cNvPr id="1048697" name="Notes Placeholder 4"/>
          <p:cNvSpPr>
            <a:spLocks noGrp="1"/>
          </p:cNvSpPr>
          <p:nvPr>
            <p:ph type="body" sz="quarter" idx="3"/>
          </p:nvPr>
        </p:nvSpPr>
        <p:spPr>
          <a:xfrm>
            <a:off x="1219200" y="3300413"/>
            <a:ext cx="9753600" cy="2700337"/>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98" name="Footer Placeholder 5"/>
          <p:cNvSpPr>
            <a:spLocks noGrp="1"/>
          </p:cNvSpPr>
          <p:nvPr>
            <p:ph type="ftr" sz="quarter" idx="4"/>
          </p:nvPr>
        </p:nvSpPr>
        <p:spPr>
          <a:xfrm>
            <a:off x="0" y="6513513"/>
            <a:ext cx="5283200" cy="344487"/>
          </a:xfrm>
          <a:prstGeom prst="rect"/>
        </p:spPr>
        <p:txBody>
          <a:bodyPr anchor="b" bIns="45720" lIns="91440" rIns="91440" rtlCol="0" tIns="45720" vert="horz"/>
          <a:lstStyle>
            <a:lvl1pPr algn="l">
              <a:defRPr sz="1200"/>
            </a:lvl1pPr>
          </a:lstStyle>
          <a:p>
            <a:endParaRPr lang="en-IN"/>
          </a:p>
        </p:txBody>
      </p:sp>
      <p:sp>
        <p:nvSpPr>
          <p:cNvPr id="1048699" name="Slide Number Placeholder 6"/>
          <p:cNvSpPr>
            <a:spLocks noGrp="1"/>
          </p:cNvSpPr>
          <p:nvPr>
            <p:ph type="sldNum" sz="quarter" idx="5"/>
          </p:nvPr>
        </p:nvSpPr>
        <p:spPr>
          <a:xfrm>
            <a:off x="6905625" y="6513513"/>
            <a:ext cx="5283200" cy="344487"/>
          </a:xfrm>
          <a:prstGeom prst="rect"/>
        </p:spPr>
        <p:txBody>
          <a:bodyPr anchor="b" bIns="45720" lIns="91440" rIns="91440" rtlCol="0" tIns="45720" vert="horz"/>
          <a:lstStyle>
            <a:lvl1pPr algn="r">
              <a:defRPr sz="1200"/>
            </a:lvl1pPr>
          </a:lstStyle>
          <a:p>
            <a:fld id="{F7F439ED-1E90-4106-847A-8EF19031FE2F}"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2" name=""/>
        <p:cNvGrpSpPr/>
        <p:nvPr/>
      </p:nvGrpSpPr>
      <p:grpSpPr>
        <a:xfrm>
          <a:off x="0" y="0"/>
          <a:ext cx="0" cy="0"/>
          <a:chOff x="0" y="0"/>
          <a:chExt cx="0" cy="0"/>
        </a:xfrm>
      </p:grpSpPr>
      <p:sp>
        <p:nvSpPr>
          <p:cNvPr id="1048603" name="Slide Image Placeholder 1"/>
          <p:cNvSpPr>
            <a:spLocks noChangeAspect="1" noRot="1" noGrp="1"/>
          </p:cNvSpPr>
          <p:nvPr>
            <p:ph type="sldImg"/>
          </p:nvPr>
        </p:nvSpPr>
        <p:spPr/>
      </p:sp>
      <p:sp>
        <p:nvSpPr>
          <p:cNvPr id="1048604" name="Notes Placeholder 2"/>
          <p:cNvSpPr>
            <a:spLocks noGrp="1"/>
          </p:cNvSpPr>
          <p:nvPr>
            <p:ph type="body" idx="1"/>
          </p:nvPr>
        </p:nvSpPr>
        <p:spPr/>
        <p:txBody>
          <a:bodyPr/>
          <a:p>
            <a:endParaRPr dirty="0" lang="en-IN"/>
          </a:p>
        </p:txBody>
      </p:sp>
      <p:sp>
        <p:nvSpPr>
          <p:cNvPr id="1048605" name="Slide Number Placeholder 3"/>
          <p:cNvSpPr>
            <a:spLocks noGrp="1"/>
          </p:cNvSpPr>
          <p:nvPr>
            <p:ph type="sldNum" sz="quarter" idx="5"/>
          </p:nvPr>
        </p:nvSpPr>
        <p:spPr/>
        <p:txBody>
          <a:bodyPr/>
          <a:p>
            <a:fld id="{F7F439ED-1E90-4106-847A-8EF19031FE2F}"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8" name=""/>
        <p:cNvGrpSpPr/>
        <p:nvPr/>
      </p:nvGrpSpPr>
      <p:grpSpPr>
        <a:xfrm>
          <a:off x="0" y="0"/>
          <a:ext cx="0" cy="0"/>
          <a:chOff x="0" y="0"/>
          <a:chExt cx="0" cy="0"/>
        </a:xfrm>
      </p:grpSpPr>
      <p:sp>
        <p:nvSpPr>
          <p:cNvPr id="1048591" name="Holder 2"/>
          <p:cNvSpPr>
            <a:spLocks noGrp="1"/>
          </p:cNvSpPr>
          <p:nvPr>
            <p:ph type="ctrTitle"/>
          </p:nvPr>
        </p:nvSpPr>
        <p:spPr>
          <a:xfrm>
            <a:off x="3195574" y="2067305"/>
            <a:ext cx="5800851" cy="518160"/>
          </a:xfrm>
          <a:prstGeom prst="rect"/>
        </p:spPr>
        <p:txBody>
          <a:bodyPr bIns="0" lIns="0" rIns="0" tIns="0" wrap="square">
            <a:spAutoFit/>
          </a:bodyPr>
          <a:lstStyle>
            <a:lvl1pPr>
              <a:defRPr b="0" sz="3200" i="0">
                <a:solidFill>
                  <a:schemeClr val="tx1"/>
                </a:solidFill>
                <a:latin typeface="Trebuchet MS"/>
                <a:cs typeface="Trebuchet MS"/>
              </a:defRPr>
            </a:lvl1pPr>
          </a:lstStyle>
          <a:p/>
        </p:txBody>
      </p:sp>
      <p:sp>
        <p:nvSpPr>
          <p:cNvPr id="1048592" name="Holder 3"/>
          <p:cNvSpPr>
            <a:spLocks noGrp="1"/>
          </p:cNvSpPr>
          <p:nvPr>
            <p:ph type="subTitle" idx="4"/>
          </p:nvPr>
        </p:nvSpPr>
        <p:spPr>
          <a:xfrm>
            <a:off x="1828800" y="3840480"/>
            <a:ext cx="8534400" cy="1714500"/>
          </a:xfrm>
          <a:prstGeom prst="rect"/>
        </p:spPr>
        <p:txBody>
          <a:bodyPr bIns="0" lIns="0" rIns="0" tIns="0" wrap="square">
            <a:spAutoFit/>
          </a:bodyPr>
          <a:p/>
        </p:txBody>
      </p:sp>
      <p:sp>
        <p:nvSpPr>
          <p:cNvPr id="1048593"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94"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595"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41" name=""/>
        <p:cNvGrpSpPr/>
        <p:nvPr/>
      </p:nvGrpSpPr>
      <p:grpSpPr>
        <a:xfrm>
          <a:off x="0" y="0"/>
          <a:ext cx="0" cy="0"/>
          <a:chOff x="0" y="0"/>
          <a:chExt cx="0" cy="0"/>
        </a:xfrm>
      </p:grpSpPr>
      <p:sp>
        <p:nvSpPr>
          <p:cNvPr id="1048680"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81" name="Holder 3"/>
          <p:cNvSpPr>
            <a:spLocks noGrp="1"/>
          </p:cNvSpPr>
          <p:nvPr>
            <p:ph type="body" idx="1"/>
          </p:nvPr>
        </p:nvSpPr>
        <p:spPr/>
        <p:txBody>
          <a:bodyPr bIns="0" lIns="0" rIns="0" tIns="0"/>
          <a:p/>
        </p:txBody>
      </p:sp>
      <p:sp>
        <p:nvSpPr>
          <p:cNvPr id="1048682"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83"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84" name="Holder 6"/>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42" name=""/>
        <p:cNvGrpSpPr/>
        <p:nvPr/>
      </p:nvGrpSpPr>
      <p:grpSpPr>
        <a:xfrm>
          <a:off x="0" y="0"/>
          <a:ext cx="0" cy="0"/>
          <a:chOff x="0" y="0"/>
          <a:chExt cx="0" cy="0"/>
        </a:xfrm>
      </p:grpSpPr>
      <p:sp>
        <p:nvSpPr>
          <p:cNvPr id="1048685"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86" name="Holder 3"/>
          <p:cNvSpPr>
            <a:spLocks noGrp="1"/>
          </p:cNvSpPr>
          <p:nvPr>
            <p:ph sz="half" idx="2"/>
          </p:nvPr>
        </p:nvSpPr>
        <p:spPr>
          <a:xfrm>
            <a:off x="609600" y="1577340"/>
            <a:ext cx="5303520" cy="4526280"/>
          </a:xfrm>
          <a:prstGeom prst="rect"/>
        </p:spPr>
        <p:txBody>
          <a:bodyPr bIns="0" lIns="0" rIns="0" tIns="0" wrap="square">
            <a:spAutoFit/>
          </a:bodyPr>
          <a:p/>
        </p:txBody>
      </p:sp>
      <p:sp>
        <p:nvSpPr>
          <p:cNvPr id="1048687" name="Holder 4"/>
          <p:cNvSpPr>
            <a:spLocks noGrp="1"/>
          </p:cNvSpPr>
          <p:nvPr>
            <p:ph sz="half" idx="3"/>
          </p:nvPr>
        </p:nvSpPr>
        <p:spPr>
          <a:xfrm>
            <a:off x="6278880" y="1577340"/>
            <a:ext cx="5303520" cy="4526280"/>
          </a:xfrm>
          <a:prstGeom prst="rect"/>
        </p:spPr>
        <p:txBody>
          <a:bodyPr bIns="0" lIns="0" rIns="0" tIns="0" wrap="square">
            <a:spAutoFit/>
          </a:bodyPr>
          <a:p/>
        </p:txBody>
      </p:sp>
      <p:sp>
        <p:nvSpPr>
          <p:cNvPr id="1048688"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89" name="Holder 6"/>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90" name="Holder 7"/>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24" name=""/>
        <p:cNvGrpSpPr/>
        <p:nvPr/>
      </p:nvGrpSpPr>
      <p:grpSpPr>
        <a:xfrm>
          <a:off x="0" y="0"/>
          <a:ext cx="0" cy="0"/>
          <a:chOff x="0" y="0"/>
          <a:chExt cx="0" cy="0"/>
        </a:xfrm>
      </p:grpSpPr>
      <p:sp>
        <p:nvSpPr>
          <p:cNvPr id="1048606" name="Holder 2"/>
          <p:cNvSpPr>
            <a:spLocks noGrp="1"/>
          </p:cNvSpPr>
          <p:nvPr>
            <p:ph type="title"/>
          </p:nvPr>
        </p:nvSpPr>
        <p:spPr/>
        <p:txBody>
          <a:bodyPr bIns="0" lIns="0" rIns="0" tIns="0"/>
          <a:lstStyle>
            <a:lvl1pPr>
              <a:defRPr b="1" sz="4800" i="0">
                <a:solidFill>
                  <a:schemeClr val="tx1"/>
                </a:solidFill>
                <a:latin typeface="Trebuchet MS"/>
                <a:cs typeface="Trebuchet MS"/>
              </a:defRPr>
            </a:lvl1pPr>
          </a:lstStyle>
          <a:p/>
        </p:txBody>
      </p:sp>
      <p:sp>
        <p:nvSpPr>
          <p:cNvPr id="1048607"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08" name="Holder 4"/>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09" name="Holder 5"/>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43" name=""/>
        <p:cNvGrpSpPr/>
        <p:nvPr/>
      </p:nvGrpSpPr>
      <p:grpSpPr>
        <a:xfrm>
          <a:off x="0" y="0"/>
          <a:ext cx="0" cy="0"/>
          <a:chOff x="0" y="0"/>
          <a:chExt cx="0" cy="0"/>
        </a:xfrm>
      </p:grpSpPr>
      <p:sp>
        <p:nvSpPr>
          <p:cNvPr id="1048691"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92" name="Holder 3"/>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693" name="Holder 4"/>
          <p:cNvSpPr>
            <a:spLocks noGrp="1"/>
          </p:cNvSpPr>
          <p:nvPr>
            <p:ph type="sldNum" sz="quarter" idx="7"/>
          </p:nvPr>
        </p:nvSpPr>
        <p:spPr/>
        <p:txBody>
          <a:bodyPr bIns="0" lIns="0" rIns="0" tIns="0"/>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2" name=""/>
        <p:cNvGrpSpPr/>
        <p:nvPr/>
      </p:nvGrpSpPr>
      <p:grpSpPr>
        <a:xfrm>
          <a:off x="0" y="0"/>
          <a:ext cx="0" cy="0"/>
          <a:chOff x="0" y="0"/>
          <a:chExt cx="0" cy="0"/>
        </a:xfrm>
      </p:grpSpPr>
      <p:sp>
        <p:nvSpPr>
          <p:cNvPr id="1048576" name="bg object 16"/>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577" name="bg object 17"/>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578" name="bg object 18"/>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579" name="bg object 19"/>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580" name="bg object 20"/>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581" name="bg object 21"/>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582" name="bg object 22"/>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583" name="bg object 23"/>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584" name="bg object 24"/>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sp>
        <p:nvSpPr>
          <p:cNvPr id="1048585" name="bg object 25"/>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586" name="Holder 2"/>
          <p:cNvSpPr>
            <a:spLocks noGrp="1"/>
          </p:cNvSpPr>
          <p:nvPr>
            <p:ph type="title"/>
          </p:nvPr>
        </p:nvSpPr>
        <p:spPr>
          <a:xfrm>
            <a:off x="755332" y="385444"/>
            <a:ext cx="10681335" cy="758190"/>
          </a:xfrm>
          <a:prstGeom prst="rect"/>
        </p:spPr>
        <p:txBody>
          <a:bodyPr bIns="0" lIns="0" rIns="0" tIns="0" wrap="square">
            <a:spAutoFit/>
          </a:bodyPr>
          <a:lstStyle>
            <a:lvl1pPr>
              <a:defRPr b="1" sz="4800" i="0">
                <a:solidFill>
                  <a:schemeClr val="tx1"/>
                </a:solidFill>
                <a:latin typeface="Trebuchet MS"/>
                <a:cs typeface="Trebuchet MS"/>
              </a:defRPr>
            </a:lvl1pPr>
          </a:lstStyle>
          <a:p/>
        </p:txBody>
      </p:sp>
      <p:sp>
        <p:nvSpPr>
          <p:cNvPr id="1048587" name="Holder 3"/>
          <p:cNvSpPr>
            <a:spLocks noGrp="1"/>
          </p:cNvSpPr>
          <p:nvPr>
            <p:ph type="body" idx="1"/>
          </p:nvPr>
        </p:nvSpPr>
        <p:spPr>
          <a:xfrm>
            <a:off x="609600" y="1577340"/>
            <a:ext cx="10972800" cy="4526280"/>
          </a:xfrm>
          <a:prstGeom prst="rect"/>
        </p:spPr>
        <p:txBody>
          <a:bodyPr bIns="0" lIns="0" rIns="0" tIns="0" wrap="square">
            <a:spAutoFit/>
          </a:bodyPr>
          <a:p/>
        </p:txBody>
      </p:sp>
      <p:sp>
        <p:nvSpPr>
          <p:cNvPr id="1048588" name="Holder 4"/>
          <p:cNvSpPr>
            <a:spLocks noGrp="1"/>
          </p:cNvSpPr>
          <p:nvPr>
            <p:ph type="ftr" sz="quarter" idx="5"/>
          </p:nvPr>
        </p:nvSpPr>
        <p:spPr>
          <a:xfrm>
            <a:off x="4145280" y="6377940"/>
            <a:ext cx="3901440" cy="342900"/>
          </a:xfrm>
          <a:prstGeom prst="rect"/>
        </p:spPr>
        <p:txBody>
          <a:bodyPr bIns="0" lIns="0" rIns="0" tIns="0" wrap="square">
            <a:spAutoFit/>
          </a:bodyPr>
          <a:lstStyle>
            <a:lvl1pPr algn="ctr">
              <a:defRPr>
                <a:solidFill>
                  <a:schemeClr val="tx1">
                    <a:tint val="75000"/>
                  </a:schemeClr>
                </a:solidFill>
              </a:defRPr>
            </a:lvl1pPr>
          </a:lstStyle>
          <a:p/>
        </p:txBody>
      </p:sp>
      <p:sp>
        <p:nvSpPr>
          <p:cNvPr id="1048589" name="Holder 5"/>
          <p:cNvSpPr>
            <a:spLocks noGrp="1"/>
          </p:cNvSpPr>
          <p:nvPr>
            <p:ph type="dt" sz="half" idx="6"/>
          </p:nvPr>
        </p:nvSpPr>
        <p:spPr>
          <a:xfrm>
            <a:off x="609600" y="6377940"/>
            <a:ext cx="2804160" cy="342900"/>
          </a:xfrm>
          <a:prstGeom prst="rect"/>
        </p:spPr>
        <p:txBody>
          <a:bodyPr bIns="0" lIns="0" rIns="0" tIns="0" wrap="square">
            <a:spAutoFit/>
          </a:bodyPr>
          <a:lstStyle>
            <a:lvl1pPr algn="l">
              <a:defRPr>
                <a:solidFill>
                  <a:schemeClr val="tx1">
                    <a:tint val="75000"/>
                  </a:schemeClr>
                </a:solidFill>
              </a:defRPr>
            </a:lvl1pPr>
          </a:lstStyle>
          <a:p>
            <a:fld id="{1D8BD707-D9CF-40AE-B4C6-C98DA3205C09}" type="datetimeFigureOut">
              <a:rPr lang="en-US"/>
              <a:t>8/18/2025</a:t>
            </a:fld>
            <a:endParaRPr lang="en-US"/>
          </a:p>
        </p:txBody>
      </p:sp>
      <p:sp>
        <p:nvSpPr>
          <p:cNvPr id="1048590" name="Holder 6"/>
          <p:cNvSpPr>
            <a:spLocks noGrp="1"/>
          </p:cNvSpPr>
          <p:nvPr>
            <p:ph type="sldNum" sz="quarter" idx="7"/>
          </p:nvPr>
        </p:nvSpPr>
        <p:spPr>
          <a:xfrm>
            <a:off x="11353418" y="6473337"/>
            <a:ext cx="151129" cy="191770"/>
          </a:xfrm>
          <a:prstGeom prst="rect"/>
        </p:spPr>
        <p:txBody>
          <a:bodyPr bIns="0" lIns="0" rIns="0" tIns="0" wrap="square">
            <a:spAutoFit/>
          </a:bodyPr>
          <a:lstStyle>
            <a:lvl1pPr>
              <a:defRPr b="0" sz="1100" i="0">
                <a:solidFill>
                  <a:srgbClr val="2D936B"/>
                </a:solidFill>
                <a:latin typeface="Trebuchet MS"/>
                <a:cs typeface="Trebuchet MS"/>
              </a:defRPr>
            </a:lvl1pPr>
          </a:lstStyle>
          <a:p>
            <a:pPr marL="38100">
              <a:lnSpc>
                <a:spcPct val="100000"/>
              </a:lnSpc>
              <a:spcBef>
                <a:spcPts val="55"/>
              </a:spcBef>
            </a:pPr>
            <a:fld id="{81D60167-4931-47E6-BA6A-407CBD079E47}" type="slidenum">
              <a:rPr dirty="0" spc="10"/>
              <a:t>‹#›</a:t>
            </a:fld>
            <a:endParaRPr dirty="0" spc="10"/>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2.png"/><Relationship Id="rId3" Type="http://schemas.openxmlformats.org/officeDocument/2006/relationships/image" Target="../media/image4.jpeg"/><Relationship Id="rId4"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1.png"/><Relationship Id="rId3"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image" Target="../media/image10.jpeg"/><Relationship Id="rId2" Type="http://schemas.openxmlformats.org/officeDocument/2006/relationships/image" Target="../media/image11.jpeg"/><Relationship Id="rId3"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9" name=""/>
        <p:cNvGrpSpPr/>
        <p:nvPr/>
      </p:nvGrpSpPr>
      <p:grpSpPr>
        <a:xfrm>
          <a:off x="0" y="0"/>
          <a:ext cx="0" cy="0"/>
          <a:chOff x="0" y="0"/>
          <a:chExt cx="0" cy="0"/>
        </a:xfrm>
      </p:grpSpPr>
      <p:grpSp>
        <p:nvGrpSpPr>
          <p:cNvPr id="20" name="object 2"/>
          <p:cNvGrpSpPr/>
          <p:nvPr/>
        </p:nvGrpSpPr>
        <p:grpSpPr>
          <a:xfrm>
            <a:off x="876299" y="990600"/>
            <a:ext cx="1743075" cy="1333500"/>
            <a:chOff x="742950" y="1104900"/>
            <a:chExt cx="1743075" cy="1333500"/>
          </a:xfrm>
        </p:grpSpPr>
        <p:sp>
          <p:nvSpPr>
            <p:cNvPr id="1048596" name="object 3"/>
            <p:cNvSpPr/>
            <p:nvPr/>
          </p:nvSpPr>
          <p:spPr>
            <a:xfrm>
              <a:off x="742950" y="1381125"/>
              <a:ext cx="1228725" cy="1057275"/>
            </a:xfrm>
            <a:custGeom>
              <a:avLst/>
              <a:ah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bIns="0" lIns="0" rIns="0" rtlCol="0" tIns="0" wrap="square"/>
            <a:p/>
          </p:txBody>
        </p:sp>
        <p:sp>
          <p:nvSpPr>
            <p:cNvPr id="1048597" name="object 4"/>
            <p:cNvSpPr/>
            <p:nvPr/>
          </p:nvSpPr>
          <p:spPr>
            <a:xfrm>
              <a:off x="1838325" y="1104900"/>
              <a:ext cx="647700" cy="561975"/>
            </a:xfrm>
            <a:custGeom>
              <a:avLst/>
              <a:ah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bIns="0" lIns="0" rIns="0" rtlCol="0" tIns="0" wrap="square"/>
            <a:p/>
          </p:txBody>
        </p:sp>
      </p:grpSp>
      <p:sp>
        <p:nvSpPr>
          <p:cNvPr id="1048598" name="object 5"/>
          <p:cNvSpPr/>
          <p:nvPr/>
        </p:nvSpPr>
        <p:spPr>
          <a:xfrm>
            <a:off x="3752850" y="1190625"/>
            <a:ext cx="1666875" cy="1438275"/>
          </a:xfrm>
          <a:custGeom>
            <a:avLst/>
            <a:ah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bIns="0" lIns="0" rIns="0" rtlCol="0" tIns="0" wrap="square"/>
          <a:p/>
        </p:txBody>
      </p:sp>
      <p:sp>
        <p:nvSpPr>
          <p:cNvPr id="1048599" name="object 6"/>
          <p:cNvSpPr/>
          <p:nvPr/>
        </p:nvSpPr>
        <p:spPr>
          <a:xfrm>
            <a:off x="3800475" y="5229225"/>
            <a:ext cx="723900" cy="619125"/>
          </a:xfrm>
          <a:custGeom>
            <a:avLst/>
            <a:ah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bIns="0" lIns="0" rIns="0" rtlCol="0" tIns="0" wrap="square"/>
          <a:p/>
        </p:txBody>
      </p:sp>
      <p:sp>
        <p:nvSpPr>
          <p:cNvPr id="1048600" name="object 7"/>
          <p:cNvSpPr txBox="1">
            <a:spLocks noGrp="1"/>
          </p:cNvSpPr>
          <p:nvPr>
            <p:ph type="ctrTitle"/>
          </p:nvPr>
        </p:nvSpPr>
        <p:spPr>
          <a:xfrm>
            <a:off x="1523999" y="19665"/>
            <a:ext cx="7629525" cy="1001556"/>
          </a:xfrm>
          <a:prstGeom prst="rect"/>
        </p:spPr>
        <p:txBody>
          <a:bodyPr bIns="0" lIns="0" rIns="0" rtlCol="0" tIns="16510" vert="horz" wrap="square">
            <a:spAutoFit/>
          </a:bodyPr>
          <a:p>
            <a:pPr marL="3213735">
              <a:spcBef>
                <a:spcPts val="130"/>
              </a:spcBef>
            </a:pPr>
            <a:r>
              <a:rPr b="1" dirty="0" i="0" lang="en-US">
                <a:solidFill>
                  <a:srgbClr val="0F0F0F"/>
                </a:solidFill>
                <a:effectLst/>
                <a:latin typeface="Times New Roman" panose="02020603050405020304" pitchFamily="18" charset="0"/>
                <a:cs typeface="Times New Roman" panose="02020603050405020304" pitchFamily="18" charset="0"/>
              </a:rPr>
              <a:t>Digital Portfolio </a:t>
            </a:r>
            <a:br>
              <a:rPr b="1" dirty="0" i="0" lang="en-US">
                <a:solidFill>
                  <a:srgbClr val="0F0F0F"/>
                </a:solidFill>
                <a:effectLst/>
                <a:latin typeface="Roboto" panose="020F0502020204030204" pitchFamily="2" charset="0"/>
              </a:rPr>
            </a:br>
            <a:endParaRPr dirty="0" spc="15"/>
          </a:p>
        </p:txBody>
      </p:sp>
      <p:pic>
        <p:nvPicPr>
          <p:cNvPr id="2097152" name="object 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sp>
        <p:nvSpPr>
          <p:cNvPr id="1048601" name="object 11"/>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1</a:t>
            </a:fld>
            <a:endParaRPr dirty="0" spc="10"/>
          </a:p>
        </p:txBody>
      </p:sp>
      <p:sp>
        <p:nvSpPr>
          <p:cNvPr id="1048602" name="TextBox 13"/>
          <p:cNvSpPr txBox="1"/>
          <p:nvPr/>
        </p:nvSpPr>
        <p:spPr>
          <a:xfrm>
            <a:off x="2554542" y="3314150"/>
            <a:ext cx="8610600" cy="1869440"/>
          </a:xfrm>
          <a:prstGeom prst="rect"/>
          <a:noFill/>
        </p:spPr>
        <p:txBody>
          <a:bodyPr anchor="t" bIns="45720" lIns="91440" rIns="91440" rtlCol="0" tIns="45720" wrap="square">
            <a:spAutoFit/>
          </a:bodyPr>
          <a:p>
            <a:r>
              <a:rPr dirty="0" sz="2400" lang="en-US"/>
              <a:t>STUDENT NAME: </a:t>
            </a:r>
            <a:r>
              <a:rPr dirty="0" sz="2400" lang="en-US"/>
              <a:t>s</a:t>
            </a:r>
            <a:r>
              <a:rPr dirty="0" sz="2400" lang="en-US"/>
              <a:t>u</a:t>
            </a:r>
            <a:r>
              <a:rPr dirty="0" sz="2400" lang="en-US"/>
              <a:t>r</a:t>
            </a:r>
            <a:r>
              <a:rPr dirty="0" sz="2400" lang="en-US"/>
              <a:t>e</a:t>
            </a:r>
            <a:r>
              <a:rPr dirty="0" sz="2400" lang="en-US"/>
              <a:t>s</a:t>
            </a:r>
            <a:r>
              <a:rPr dirty="0" sz="2400" lang="en-US"/>
              <a:t>h</a:t>
            </a:r>
            <a:r>
              <a:rPr dirty="0" sz="2400" lang="en-US"/>
              <a:t>.</a:t>
            </a:r>
            <a:r>
              <a:rPr dirty="0" sz="2400" lang="en-US"/>
              <a:t>s</a:t>
            </a:r>
            <a:endParaRPr altLang="en-US" lang="zh-CN"/>
          </a:p>
          <a:p>
            <a:r>
              <a:rPr dirty="0" sz="2400" lang="en-US"/>
              <a:t>REGISTER NO AND NMID: </a:t>
            </a:r>
            <a:endParaRPr dirty="0" sz="2400" lang="en-US">
              <a:cs typeface="Calibri"/>
            </a:endParaRPr>
          </a:p>
          <a:p>
            <a:r>
              <a:rPr dirty="0" sz="2400" lang="en-US"/>
              <a:t>DEPARTMENT: </a:t>
            </a:r>
            <a:r>
              <a:rPr dirty="0" sz="2400" lang="en-US"/>
              <a:t>c</a:t>
            </a:r>
            <a:r>
              <a:rPr dirty="0" sz="2400" lang="en-US"/>
              <a:t>o</a:t>
            </a:r>
            <a:r>
              <a:rPr dirty="0" sz="2400" lang="en-US"/>
              <a:t>m</a:t>
            </a:r>
            <a:r>
              <a:rPr dirty="0" sz="2400" lang="en-US"/>
              <a:t>p</a:t>
            </a:r>
            <a:r>
              <a:rPr dirty="0" sz="2400" lang="en-US"/>
              <a:t>u</a:t>
            </a:r>
            <a:r>
              <a:rPr dirty="0" sz="2400" lang="en-US"/>
              <a:t>t</a:t>
            </a:r>
            <a:r>
              <a:rPr dirty="0" sz="2400" lang="en-US"/>
              <a:t>e</a:t>
            </a:r>
            <a:r>
              <a:rPr dirty="0" sz="2400" lang="en-US"/>
              <a:t>r</a:t>
            </a:r>
            <a:r>
              <a:rPr dirty="0" sz="2400" lang="en-US"/>
              <a:t>s</a:t>
            </a:r>
            <a:r>
              <a:rPr dirty="0" sz="2400" lang="en-US"/>
              <a:t>c</a:t>
            </a:r>
            <a:r>
              <a:rPr dirty="0" sz="2400" lang="en-US"/>
              <a:t>i</a:t>
            </a:r>
            <a:r>
              <a:rPr dirty="0" sz="2400" lang="en-US"/>
              <a:t>e</a:t>
            </a:r>
            <a:r>
              <a:rPr dirty="0" sz="2400" lang="en-US"/>
              <a:t>n</a:t>
            </a:r>
            <a:r>
              <a:rPr dirty="0" sz="2400" lang="en-US"/>
              <a:t>c</a:t>
            </a:r>
            <a:r>
              <a:rPr dirty="0" sz="2400" lang="en-US"/>
              <a:t>e</a:t>
            </a:r>
            <a:endParaRPr altLang="en-US" lang="zh-CN"/>
          </a:p>
          <a:p>
            <a:r>
              <a:rPr dirty="0" sz="2400" lang="en-US"/>
              <a:t>COLLEGE: COLLEGE/ UNIVERSITY</a:t>
            </a:r>
          </a:p>
          <a:p>
            <a:r>
              <a:rPr dirty="0" sz="2400" lang="en-US"/>
              <a:t>           </a:t>
            </a:r>
            <a:endParaRPr dirty="0" sz="240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25" name=""/>
        <p:cNvGrpSpPr/>
        <p:nvPr/>
      </p:nvGrpSpPr>
      <p:grpSpPr>
        <a:xfrm>
          <a:off x="0" y="0"/>
          <a:ext cx="0" cy="0"/>
          <a:chOff x="0" y="0"/>
          <a:chExt cx="0" cy="0"/>
        </a:xfrm>
      </p:grpSpPr>
      <p:sp>
        <p:nvSpPr>
          <p:cNvPr id="1048610" name="object 2"/>
          <p:cNvSpPr/>
          <p:nvPr/>
        </p:nvSpPr>
        <p:spPr>
          <a:xfrm>
            <a:off x="1747836" y="2708264"/>
            <a:ext cx="13460177" cy="1965346"/>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r>
              <a:rPr dirty="0" sz="6600" lang="en-US">
                <a:latin typeface="Times New Roman" panose="02020603050405020304" pitchFamily="18" charset="0"/>
                <a:cs typeface="Times New Roman" panose="02020603050405020304" pitchFamily="18" charset="0"/>
              </a:rPr>
              <a:t>S</a:t>
            </a:r>
            <a:r>
              <a:rPr dirty="0" sz="6600" lang="en-US">
                <a:latin typeface="Times New Roman" panose="02020603050405020304" pitchFamily="18" charset="0"/>
                <a:cs typeface="Times New Roman" panose="02020603050405020304" pitchFamily="18" charset="0"/>
              </a:rPr>
              <a:t>t</a:t>
            </a:r>
            <a:r>
              <a:rPr dirty="0" sz="6600" lang="en-US">
                <a:latin typeface="Times New Roman" panose="02020603050405020304" pitchFamily="18" charset="0"/>
                <a:cs typeface="Times New Roman" panose="02020603050405020304" pitchFamily="18" charset="0"/>
              </a:rPr>
              <a:t>u</a:t>
            </a:r>
            <a:r>
              <a:rPr dirty="0" sz="6600" lang="en-US">
                <a:latin typeface="Times New Roman" panose="02020603050405020304" pitchFamily="18" charset="0"/>
                <a:cs typeface="Times New Roman" panose="02020603050405020304" pitchFamily="18" charset="0"/>
              </a:rPr>
              <a:t>d</a:t>
            </a:r>
            <a:r>
              <a:rPr dirty="0" sz="6600" lang="en-US">
                <a:latin typeface="Times New Roman" panose="02020603050405020304" pitchFamily="18" charset="0"/>
                <a:cs typeface="Times New Roman" panose="02020603050405020304" pitchFamily="18" charset="0"/>
              </a:rPr>
              <a:t>e</a:t>
            </a:r>
            <a:r>
              <a:rPr dirty="0" sz="6600" lang="en-US">
                <a:latin typeface="Times New Roman" panose="02020603050405020304" pitchFamily="18" charset="0"/>
                <a:cs typeface="Times New Roman" panose="02020603050405020304" pitchFamily="18" charset="0"/>
              </a:rPr>
              <a:t>n</a:t>
            </a:r>
            <a:r>
              <a:rPr dirty="0" sz="6600" lang="en-US">
                <a:latin typeface="Times New Roman" panose="02020603050405020304" pitchFamily="18" charset="0"/>
                <a:cs typeface="Times New Roman" panose="02020603050405020304" pitchFamily="18" charset="0"/>
              </a:rPr>
              <a:t>t</a:t>
            </a:r>
            <a:r>
              <a:rPr dirty="0" sz="6600" lang="en-US">
                <a:latin typeface="Times New Roman" panose="02020603050405020304" pitchFamily="18" charset="0"/>
                <a:cs typeface="Times New Roman" panose="02020603050405020304" pitchFamily="18" charset="0"/>
              </a:rPr>
              <a:t> </a:t>
            </a:r>
            <a:r>
              <a:rPr dirty="0" sz="6600" lang="en-US">
                <a:latin typeface="Times New Roman" panose="02020603050405020304" pitchFamily="18" charset="0"/>
                <a:cs typeface="Times New Roman" panose="02020603050405020304" pitchFamily="18" charset="0"/>
              </a:rPr>
              <a:t>p</a:t>
            </a:r>
            <a:r>
              <a:rPr dirty="0" sz="6600" lang="en-US">
                <a:latin typeface="Times New Roman" panose="02020603050405020304" pitchFamily="18" charset="0"/>
                <a:cs typeface="Times New Roman" panose="02020603050405020304" pitchFamily="18" charset="0"/>
              </a:rPr>
              <a:t>o</a:t>
            </a:r>
            <a:r>
              <a:rPr dirty="0" sz="6600" lang="en-US">
                <a:latin typeface="Times New Roman" panose="02020603050405020304" pitchFamily="18" charset="0"/>
                <a:cs typeface="Times New Roman" panose="02020603050405020304" pitchFamily="18" charset="0"/>
              </a:rPr>
              <a:t>r</a:t>
            </a:r>
            <a:r>
              <a:rPr dirty="0" sz="6600" lang="en-US">
                <a:latin typeface="Times New Roman" panose="02020603050405020304" pitchFamily="18" charset="0"/>
                <a:cs typeface="Times New Roman" panose="02020603050405020304" pitchFamily="18" charset="0"/>
              </a:rPr>
              <a:t>t</a:t>
            </a:r>
            <a:r>
              <a:rPr dirty="0" sz="6600" lang="en-US">
                <a:latin typeface="Times New Roman" panose="02020603050405020304" pitchFamily="18" charset="0"/>
                <a:cs typeface="Times New Roman" panose="02020603050405020304" pitchFamily="18" charset="0"/>
              </a:rPr>
              <a:t>f</a:t>
            </a:r>
            <a:r>
              <a:rPr dirty="0" sz="6600" lang="en-US">
                <a:latin typeface="Times New Roman" panose="02020603050405020304" pitchFamily="18" charset="0"/>
                <a:cs typeface="Times New Roman" panose="02020603050405020304" pitchFamily="18" charset="0"/>
              </a:rPr>
              <a:t>o</a:t>
            </a:r>
            <a:r>
              <a:rPr dirty="0" sz="6600" lang="en-US">
                <a:latin typeface="Times New Roman" panose="02020603050405020304" pitchFamily="18" charset="0"/>
                <a:cs typeface="Times New Roman" panose="02020603050405020304" pitchFamily="18" charset="0"/>
              </a:rPr>
              <a:t>l</a:t>
            </a:r>
            <a:r>
              <a:rPr dirty="0" sz="6600" lang="en-US">
                <a:latin typeface="Times New Roman" panose="02020603050405020304" pitchFamily="18" charset="0"/>
                <a:cs typeface="Times New Roman" panose="02020603050405020304" pitchFamily="18" charset="0"/>
              </a:rPr>
              <a:t>i</a:t>
            </a:r>
            <a:r>
              <a:rPr dirty="0" sz="6600" lang="en-US">
                <a:latin typeface="Times New Roman" panose="02020603050405020304" pitchFamily="18" charset="0"/>
                <a:cs typeface="Times New Roman" panose="02020603050405020304" pitchFamily="18" charset="0"/>
              </a:rPr>
              <a:t>o</a:t>
            </a:r>
            <a:endParaRPr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p:txBody>
      </p:sp>
      <p:grpSp>
        <p:nvGrpSpPr>
          <p:cNvPr id="26" name="object 3"/>
          <p:cNvGrpSpPr/>
          <p:nvPr/>
        </p:nvGrpSpPr>
        <p:grpSpPr>
          <a:xfrm>
            <a:off x="7443849" y="0"/>
            <a:ext cx="4752975" cy="6863080"/>
            <a:chOff x="7443849" y="0"/>
            <a:chExt cx="4752975" cy="6863080"/>
          </a:xfrm>
        </p:grpSpPr>
        <p:sp>
          <p:nvSpPr>
            <p:cNvPr id="1048611"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12"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13"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14"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15"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16"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17"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18"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19"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20"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21" name="object 14"/>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22" name="object 15"/>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23" name="object 16"/>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24" name="object 17"/>
          <p:cNvSpPr txBox="1">
            <a:spLocks noGrp="1"/>
          </p:cNvSpPr>
          <p:nvPr>
            <p:ph type="title"/>
          </p:nvPr>
        </p:nvSpPr>
        <p:spPr>
          <a:xfrm>
            <a:off x="739775" y="829627"/>
            <a:ext cx="3909695" cy="1261110"/>
          </a:xfrm>
          <a:prstGeom prst="rect"/>
        </p:spPr>
        <p:txBody>
          <a:bodyPr bIns="0" lIns="0" rIns="0" rtlCol="0" tIns="16510" vert="horz" wrap="square">
            <a:spAutoFit/>
          </a:bodyPr>
          <a:p>
            <a:pPr marL="12700">
              <a:lnSpc>
                <a:spcPct val="100000"/>
              </a:lnSpc>
              <a:spcBef>
                <a:spcPts val="130"/>
              </a:spcBef>
            </a:pPr>
            <a:r>
              <a:rPr dirty="0" sz="4250" spc="5"/>
              <a:t>PROJECT</a:t>
            </a:r>
            <a:r>
              <a:rPr dirty="0" sz="4250" spc="-85"/>
              <a:t> </a:t>
            </a:r>
            <a:r>
              <a:rPr dirty="0" sz="4250" spc="25"/>
              <a:t>TITLE</a:t>
            </a:r>
            <a:endParaRPr sz="4250"/>
          </a:p>
        </p:txBody>
      </p:sp>
      <p:grpSp>
        <p:nvGrpSpPr>
          <p:cNvPr id="27" name="object 18"/>
          <p:cNvGrpSpPr/>
          <p:nvPr/>
        </p:nvGrpSpPr>
        <p:grpSpPr>
          <a:xfrm>
            <a:off x="466725" y="6410325"/>
            <a:ext cx="3705225" cy="295275"/>
            <a:chOff x="466725" y="6410325"/>
            <a:chExt cx="3705225" cy="295275"/>
          </a:xfrm>
        </p:grpSpPr>
        <p:pic>
          <p:nvPicPr>
            <p:cNvPr id="2097153" name="object 19"/>
            <p:cNvPicPr>
              <a:picLocks/>
            </p:cNvPicPr>
            <p:nvPr/>
          </p:nvPicPr>
          <p:blipFill>
            <a:blip xmlns:r="http://schemas.openxmlformats.org/officeDocument/2006/relationships" r:embed="rId1" cstate="print"/>
            <a:stretch>
              <a:fillRect/>
            </a:stretch>
          </p:blipFill>
          <p:spPr>
            <a:xfrm>
              <a:off x="676275" y="6467475"/>
              <a:ext cx="2143125" cy="200025"/>
            </a:xfrm>
            <a:prstGeom prst="rect"/>
          </p:spPr>
        </p:pic>
        <p:pic>
          <p:nvPicPr>
            <p:cNvPr id="2097154" name="object 20"/>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grpSp>
      <p:sp>
        <p:nvSpPr>
          <p:cNvPr id="1048625"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2</a:t>
            </a:fld>
            <a:endParaRPr dirty="0" spc="1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28" name=""/>
        <p:cNvGrpSpPr/>
        <p:nvPr/>
      </p:nvGrpSpPr>
      <p:grpSpPr>
        <a:xfrm>
          <a:off x="0" y="0"/>
          <a:ext cx="0" cy="0"/>
          <a:chOff x="0" y="0"/>
          <a:chExt cx="0" cy="0"/>
        </a:xfrm>
      </p:grpSpPr>
      <p:sp>
        <p:nvSpPr>
          <p:cNvPr id="1048626" name="object 2"/>
          <p:cNvSpPr/>
          <p:nvPr/>
        </p:nvSpPr>
        <p:spPr>
          <a:xfrm>
            <a:off x="-76200" y="28579"/>
            <a:ext cx="12481713" cy="6858000"/>
          </a:xfrm>
          <a:custGeom>
            <a:avLst/>
            <a:ah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bIns="0" lIns="0" rIns="0" rtlCol="0" tIns="0" wrap="square"/>
          <a:p>
            <a:endParaRPr dirty="0"/>
          </a:p>
        </p:txBody>
      </p:sp>
      <p:grpSp>
        <p:nvGrpSpPr>
          <p:cNvPr id="29" name="object 3"/>
          <p:cNvGrpSpPr/>
          <p:nvPr/>
        </p:nvGrpSpPr>
        <p:grpSpPr>
          <a:xfrm>
            <a:off x="7443849" y="0"/>
            <a:ext cx="4752975" cy="6863080"/>
            <a:chOff x="7443849" y="0"/>
            <a:chExt cx="4752975" cy="6863080"/>
          </a:xfrm>
        </p:grpSpPr>
        <p:sp>
          <p:nvSpPr>
            <p:cNvPr id="1048627" name="object 4"/>
            <p:cNvSpPr/>
            <p:nvPr/>
          </p:nvSpPr>
          <p:spPr>
            <a:xfrm>
              <a:off x="9377426" y="4825"/>
              <a:ext cx="1218565" cy="6853555"/>
            </a:xfrm>
            <a:custGeom>
              <a:avLst/>
              <a:ahLst/>
              <a:rect l="l" t="t" r="r" b="b"/>
              <a:pathLst>
                <a:path w="1218565" h="6853555">
                  <a:moveTo>
                    <a:pt x="0" y="0"/>
                  </a:moveTo>
                  <a:lnTo>
                    <a:pt x="1218352" y="6853171"/>
                  </a:lnTo>
                </a:path>
              </a:pathLst>
            </a:custGeom>
            <a:ln w="9525">
              <a:solidFill>
                <a:srgbClr val="5FCAEE"/>
              </a:solidFill>
            </a:ln>
          </p:spPr>
          <p:txBody>
            <a:bodyPr bIns="0" lIns="0" rIns="0" rtlCol="0" tIns="0" wrap="square"/>
            <a:p/>
          </p:txBody>
        </p:sp>
        <p:sp>
          <p:nvSpPr>
            <p:cNvPr id="1048628" name="object 5"/>
            <p:cNvSpPr/>
            <p:nvPr/>
          </p:nvSpPr>
          <p:spPr>
            <a:xfrm>
              <a:off x="7448612" y="3694896"/>
              <a:ext cx="4743450" cy="3163570"/>
            </a:xfrm>
            <a:custGeom>
              <a:avLst/>
              <a:ahLst/>
              <a:rect l="l" t="t" r="r" b="b"/>
              <a:pathLst>
                <a:path w="4743450" h="3163570">
                  <a:moveTo>
                    <a:pt x="4743387" y="0"/>
                  </a:moveTo>
                  <a:lnTo>
                    <a:pt x="0" y="3163101"/>
                  </a:lnTo>
                </a:path>
              </a:pathLst>
            </a:custGeom>
            <a:ln w="9525">
              <a:solidFill>
                <a:srgbClr val="5FCAEE"/>
              </a:solidFill>
            </a:ln>
          </p:spPr>
          <p:txBody>
            <a:bodyPr bIns="0" lIns="0" rIns="0" rtlCol="0" tIns="0" wrap="square"/>
            <a:p/>
          </p:txBody>
        </p:sp>
        <p:sp>
          <p:nvSpPr>
            <p:cNvPr id="1048629" name="object 6"/>
            <p:cNvSpPr/>
            <p:nvPr/>
          </p:nvSpPr>
          <p:spPr>
            <a:xfrm>
              <a:off x="9182100" y="0"/>
              <a:ext cx="3009900" cy="6858000"/>
            </a:xfrm>
            <a:custGeom>
              <a:avLst/>
              <a:ah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bIns="0" lIns="0" rIns="0" rtlCol="0" tIns="0" wrap="square"/>
            <a:p/>
          </p:txBody>
        </p:sp>
        <p:sp>
          <p:nvSpPr>
            <p:cNvPr id="1048630" name="object 7"/>
            <p:cNvSpPr/>
            <p:nvPr/>
          </p:nvSpPr>
          <p:spPr>
            <a:xfrm>
              <a:off x="9602878" y="0"/>
              <a:ext cx="2589530" cy="6858000"/>
            </a:xfrm>
            <a:custGeom>
              <a:avLst/>
              <a:ah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bIns="0" lIns="0" rIns="0" rtlCol="0" tIns="0" wrap="square"/>
            <a:p/>
          </p:txBody>
        </p:sp>
        <p:sp>
          <p:nvSpPr>
            <p:cNvPr id="1048631" name="object 8"/>
            <p:cNvSpPr/>
            <p:nvPr/>
          </p:nvSpPr>
          <p:spPr>
            <a:xfrm>
              <a:off x="8934450" y="3048000"/>
              <a:ext cx="3257550" cy="3810000"/>
            </a:xfrm>
            <a:custGeom>
              <a:avLst/>
              <a:ah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bIns="0" lIns="0" rIns="0" rtlCol="0" tIns="0" wrap="square"/>
            <a:p/>
          </p:txBody>
        </p:sp>
        <p:sp>
          <p:nvSpPr>
            <p:cNvPr id="1048632" name="object 9"/>
            <p:cNvSpPr/>
            <p:nvPr/>
          </p:nvSpPr>
          <p:spPr>
            <a:xfrm>
              <a:off x="9337930" y="0"/>
              <a:ext cx="2854325" cy="6858000"/>
            </a:xfrm>
            <a:custGeom>
              <a:avLst/>
              <a:ah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bIns="0" lIns="0" rIns="0" rtlCol="0" tIns="0" wrap="square"/>
            <a:p/>
          </p:txBody>
        </p:sp>
        <p:sp>
          <p:nvSpPr>
            <p:cNvPr id="1048633" name="object 10"/>
            <p:cNvSpPr/>
            <p:nvPr/>
          </p:nvSpPr>
          <p:spPr>
            <a:xfrm>
              <a:off x="10896600" y="0"/>
              <a:ext cx="1295400" cy="6858000"/>
            </a:xfrm>
            <a:custGeom>
              <a:avLst/>
              <a:ah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bIns="0" lIns="0" rIns="0" rtlCol="0" tIns="0" wrap="square"/>
            <a:p/>
          </p:txBody>
        </p:sp>
        <p:sp>
          <p:nvSpPr>
            <p:cNvPr id="1048634" name="object 11"/>
            <p:cNvSpPr/>
            <p:nvPr/>
          </p:nvSpPr>
          <p:spPr>
            <a:xfrm>
              <a:off x="10936247" y="0"/>
              <a:ext cx="1256030" cy="6858000"/>
            </a:xfrm>
            <a:custGeom>
              <a:avLst/>
              <a:ah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bIns="0" lIns="0" rIns="0" rtlCol="0" tIns="0" wrap="square"/>
            <a:p/>
          </p:txBody>
        </p:sp>
        <p:sp>
          <p:nvSpPr>
            <p:cNvPr id="1048635" name="object 12"/>
            <p:cNvSpPr/>
            <p:nvPr/>
          </p:nvSpPr>
          <p:spPr>
            <a:xfrm>
              <a:off x="10372725" y="3590925"/>
              <a:ext cx="1819275" cy="3267075"/>
            </a:xfrm>
            <a:custGeom>
              <a:avLst/>
              <a:ah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bIns="0" lIns="0" rIns="0" rtlCol="0" tIns="0" wrap="square"/>
            <a:p/>
          </p:txBody>
        </p:sp>
      </p:grpSp>
      <p:sp>
        <p:nvSpPr>
          <p:cNvPr id="1048636" name="object 13"/>
          <p:cNvSpPr/>
          <p:nvPr/>
        </p:nvSpPr>
        <p:spPr>
          <a:xfrm>
            <a:off x="0" y="4010025"/>
            <a:ext cx="447675" cy="2847975"/>
          </a:xfrm>
          <a:custGeom>
            <a:avLst/>
            <a:ah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bIns="0" lIns="0" rIns="0" rtlCol="0" tIns="0" wrap="square"/>
          <a:p/>
        </p:txBody>
      </p:sp>
      <p:sp>
        <p:nvSpPr>
          <p:cNvPr id="1048637" name="object 14"/>
          <p:cNvSpPr txBox="1"/>
          <p:nvPr/>
        </p:nvSpPr>
        <p:spPr>
          <a:xfrm>
            <a:off x="752475" y="6486037"/>
            <a:ext cx="1773555" cy="323849"/>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38" name="object 15"/>
          <p:cNvSpPr/>
          <p:nvPr/>
        </p:nvSpPr>
        <p:spPr>
          <a:xfrm>
            <a:off x="7362825" y="447675"/>
            <a:ext cx="361950" cy="361950"/>
          </a:xfrm>
          <a:custGeom>
            <a:avLst/>
            <a:ah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bIns="0" lIns="0" rIns="0" rtlCol="0" tIns="0" wrap="square"/>
          <a:p/>
        </p:txBody>
      </p:sp>
      <p:sp>
        <p:nvSpPr>
          <p:cNvPr id="1048639" name="object 16"/>
          <p:cNvSpPr/>
          <p:nvPr/>
        </p:nvSpPr>
        <p:spPr>
          <a:xfrm>
            <a:off x="11010900" y="5610225"/>
            <a:ext cx="647700" cy="647700"/>
          </a:xfrm>
          <a:custGeom>
            <a:avLst/>
            <a:ah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bIns="0" lIns="0" rIns="0" rtlCol="0" tIns="0" wrap="square"/>
          <a:p/>
        </p:txBody>
      </p:sp>
      <p:pic>
        <p:nvPicPr>
          <p:cNvPr id="2097155" name="object 17"/>
          <p:cNvPicPr>
            <a:picLocks/>
          </p:cNvPicPr>
          <p:nvPr/>
        </p:nvPicPr>
        <p:blipFill>
          <a:blip xmlns:r="http://schemas.openxmlformats.org/officeDocument/2006/relationships" r:embed="rId1" cstate="print"/>
          <a:stretch>
            <a:fillRect/>
          </a:stretch>
        </p:blipFill>
        <p:spPr>
          <a:xfrm>
            <a:off x="10687050" y="6134100"/>
            <a:ext cx="247650" cy="247650"/>
          </a:xfrm>
          <a:prstGeom prst="rect"/>
        </p:spPr>
      </p:pic>
      <p:grpSp>
        <p:nvGrpSpPr>
          <p:cNvPr id="30" name="object 18"/>
          <p:cNvGrpSpPr/>
          <p:nvPr/>
        </p:nvGrpSpPr>
        <p:grpSpPr>
          <a:xfrm>
            <a:off x="47625" y="3819523"/>
            <a:ext cx="4124325" cy="3009900"/>
            <a:chOff x="47625" y="3819523"/>
            <a:chExt cx="4124325" cy="3009900"/>
          </a:xfrm>
        </p:grpSpPr>
        <p:pic>
          <p:nvPicPr>
            <p:cNvPr id="2097156" name="object 19"/>
            <p:cNvPicPr>
              <a:picLocks/>
            </p:cNvPicPr>
            <p:nvPr/>
          </p:nvPicPr>
          <p:blipFill>
            <a:blip xmlns:r="http://schemas.openxmlformats.org/officeDocument/2006/relationships" r:embed="rId2" cstate="print"/>
            <a:stretch>
              <a:fillRect/>
            </a:stretch>
          </p:blipFill>
          <p:spPr>
            <a:xfrm>
              <a:off x="466725" y="6410325"/>
              <a:ext cx="3705225" cy="295275"/>
            </a:xfrm>
            <a:prstGeom prst="rect"/>
          </p:spPr>
        </p:pic>
        <p:pic>
          <p:nvPicPr>
            <p:cNvPr id="2097157" name="object 20"/>
            <p:cNvPicPr>
              <a:picLocks/>
            </p:cNvPicPr>
            <p:nvPr/>
          </p:nvPicPr>
          <p:blipFill>
            <a:blip xmlns:r="http://schemas.openxmlformats.org/officeDocument/2006/relationships" r:embed="rId3" cstate="print"/>
            <a:stretch>
              <a:fillRect/>
            </a:stretch>
          </p:blipFill>
          <p:spPr>
            <a:xfrm>
              <a:off x="47625" y="3819523"/>
              <a:ext cx="1733550" cy="3009898"/>
            </a:xfrm>
            <a:prstGeom prst="rect"/>
          </p:spPr>
        </p:pic>
      </p:grpSp>
      <p:sp>
        <p:nvSpPr>
          <p:cNvPr id="1048640" name="object 21"/>
          <p:cNvSpPr txBox="1">
            <a:spLocks noGrp="1"/>
          </p:cNvSpPr>
          <p:nvPr>
            <p:ph type="title"/>
          </p:nvPr>
        </p:nvSpPr>
        <p:spPr>
          <a:xfrm>
            <a:off x="739775" y="445388"/>
            <a:ext cx="2357120" cy="1461135"/>
          </a:xfrm>
          <a:prstGeom prst="rect"/>
        </p:spPr>
        <p:txBody>
          <a:bodyPr bIns="0" lIns="0" rIns="0" rtlCol="0" tIns="13335" vert="horz" wrap="square">
            <a:spAutoFit/>
          </a:bodyPr>
          <a:p>
            <a:pPr marL="12700">
              <a:lnSpc>
                <a:spcPct val="100000"/>
              </a:lnSpc>
              <a:spcBef>
                <a:spcPts val="105"/>
              </a:spcBef>
            </a:pPr>
            <a:r>
              <a:rPr dirty="0" spc="25"/>
              <a:t>A</a:t>
            </a:r>
            <a:r>
              <a:rPr dirty="0" spc="-5"/>
              <a:t>G</a:t>
            </a:r>
            <a:r>
              <a:rPr dirty="0" spc="-35"/>
              <a:t>E</a:t>
            </a:r>
            <a:r>
              <a:rPr dirty="0" spc="15"/>
              <a:t>N</a:t>
            </a:r>
            <a:r>
              <a:rPr dirty="0"/>
              <a:t>DA</a:t>
            </a:r>
          </a:p>
        </p:txBody>
      </p:sp>
      <p:sp>
        <p:nvSpPr>
          <p:cNvPr id="1048641" name="object 22"/>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3</a:t>
            </a:fld>
            <a:endParaRPr dirty="0" spc="10"/>
          </a:p>
        </p:txBody>
      </p:sp>
      <p:sp>
        <p:nvSpPr>
          <p:cNvPr id="1048642" name="TextBox 22"/>
          <p:cNvSpPr txBox="1"/>
          <p:nvPr/>
        </p:nvSpPr>
        <p:spPr>
          <a:xfrm>
            <a:off x="2509807" y="1041533"/>
            <a:ext cx="5029200" cy="5120640"/>
          </a:xfrm>
          <a:prstGeom prst="rect"/>
          <a:noFill/>
        </p:spPr>
        <p:txBody>
          <a:bodyPr rtlCol="0" wrap="square">
            <a:spAutoFit/>
          </a:bodyPr>
          <a:p>
            <a:pPr algn="l"/>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Tools and Technologies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dirty="0" sz="2800" lang="en-US">
                <a:solidFill>
                  <a:srgbClr val="0D0D0D"/>
                </a:solidFill>
                <a:latin typeface="Times New Roman" panose="02020603050405020304" pitchFamily="18" charset="0"/>
                <a:cs typeface="Times New Roman" panose="02020603050405020304" pitchFamily="18" charset="0"/>
              </a:rPr>
              <a:t>Features and Functionality</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Results and </a:t>
            </a:r>
            <a:r>
              <a:rPr dirty="0" sz="2800" lang="en-US">
                <a:solidFill>
                  <a:srgbClr val="0D0D0D"/>
                </a:solidFill>
                <a:latin typeface="Times New Roman" panose="02020603050405020304" pitchFamily="18" charset="0"/>
                <a:cs typeface="Times New Roman" panose="02020603050405020304" pitchFamily="18" charset="0"/>
              </a:rPr>
              <a:t>Screenshots</a:t>
            </a:r>
            <a:endParaRPr b="0" dirty="0" sz="2800" i="0" lang="en-US">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b="0" dirty="0" sz="2800" i="0" lang="en-US">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dirty="0" sz="2800" lang="en-US" err="1">
                <a:solidFill>
                  <a:srgbClr val="0D0D0D"/>
                </a:solidFill>
                <a:latin typeface="Times New Roman" panose="02020603050405020304" pitchFamily="18" charset="0"/>
                <a:cs typeface="Times New Roman" panose="02020603050405020304" pitchFamily="18" charset="0"/>
              </a:rPr>
              <a:t>Github</a:t>
            </a:r>
            <a:r>
              <a:rPr dirty="0" sz="2800" lang="en-US">
                <a:solidFill>
                  <a:srgbClr val="0D0D0D"/>
                </a:solidFill>
                <a:latin typeface="Times New Roman" panose="02020603050405020304" pitchFamily="18" charset="0"/>
                <a:cs typeface="Times New Roman" panose="02020603050405020304" pitchFamily="18" charset="0"/>
              </a:rPr>
              <a:t> Link</a:t>
            </a: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grpSp>
        <p:nvGrpSpPr>
          <p:cNvPr id="32" name="object 2"/>
          <p:cNvGrpSpPr/>
          <p:nvPr/>
        </p:nvGrpSpPr>
        <p:grpSpPr>
          <a:xfrm>
            <a:off x="7991475" y="2933700"/>
            <a:ext cx="2762250" cy="3257550"/>
            <a:chOff x="7991475" y="2933700"/>
            <a:chExt cx="2762250" cy="3257550"/>
          </a:xfrm>
        </p:grpSpPr>
        <p:sp>
          <p:nvSpPr>
            <p:cNvPr id="1048643"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4"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58" name="object 5"/>
            <p:cNvPicPr>
              <a:picLocks/>
            </p:cNvPicPr>
            <p:nvPr/>
          </p:nvPicPr>
          <p:blipFill>
            <a:blip xmlns:r="http://schemas.openxmlformats.org/officeDocument/2006/relationships" r:embed="rId1" cstate="print"/>
            <a:stretch>
              <a:fillRect/>
            </a:stretch>
          </p:blipFill>
          <p:spPr>
            <a:xfrm>
              <a:off x="7991475" y="2933700"/>
              <a:ext cx="2762250" cy="3257550"/>
            </a:xfrm>
            <a:prstGeom prst="rect"/>
          </p:spPr>
        </p:pic>
      </p:grpSp>
      <p:sp>
        <p:nvSpPr>
          <p:cNvPr id="1048645"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46" name="object 7"/>
          <p:cNvSpPr txBox="1">
            <a:spLocks noGrp="1"/>
          </p:cNvSpPr>
          <p:nvPr>
            <p:ph type="title"/>
          </p:nvPr>
        </p:nvSpPr>
        <p:spPr>
          <a:xfrm>
            <a:off x="834072" y="575055"/>
            <a:ext cx="5636895" cy="638810"/>
          </a:xfrm>
          <a:prstGeom prst="rect"/>
        </p:spPr>
        <p:txBody>
          <a:bodyPr bIns="0" lIns="0" rIns="0" rtlCol="0" tIns="16510" vert="horz" wrap="square">
            <a:spAutoFit/>
          </a:bodyPr>
          <a:p>
            <a:pPr marL="12700">
              <a:lnSpc>
                <a:spcPct val="100000"/>
              </a:lnSpc>
              <a:spcBef>
                <a:spcPts val="130"/>
              </a:spcBef>
              <a:tabLst>
                <a:tab algn="l" pos="2727960"/>
              </a:tabLst>
            </a:pPr>
            <a:r>
              <a:rPr dirty="0" sz="4250" lang="en-US" spc="-20"/>
              <a:t>p</a:t>
            </a:r>
            <a:r>
              <a:rPr dirty="0" sz="4250" lang="en-US" spc="-20"/>
              <a:t>r</a:t>
            </a:r>
            <a:r>
              <a:rPr dirty="0" sz="4250" lang="en-US" spc="-20"/>
              <a:t>o</a:t>
            </a:r>
            <a:r>
              <a:rPr dirty="0" sz="4250" lang="en-US" spc="-20"/>
              <a:t>blem </a:t>
            </a:r>
            <a:r>
              <a:rPr dirty="0" sz="4250" lang="en-US" spc="-20"/>
              <a:t>s</a:t>
            </a:r>
            <a:r>
              <a:rPr dirty="0" sz="4250" lang="en-US" spc="-20"/>
              <a:t>t</a:t>
            </a:r>
            <a:r>
              <a:rPr dirty="0" sz="4250" lang="en-US" spc="-20"/>
              <a:t>a</a:t>
            </a:r>
            <a:r>
              <a:rPr dirty="0" sz="4250" lang="en-US" spc="-20"/>
              <a:t>t</a:t>
            </a:r>
            <a:r>
              <a:rPr dirty="0" sz="4250" lang="en-US" spc="-20"/>
              <a:t>e</a:t>
            </a:r>
            <a:r>
              <a:rPr dirty="0" sz="4250" lang="en-US" spc="-20"/>
              <a:t>m</a:t>
            </a:r>
            <a:r>
              <a:rPr dirty="0" sz="4250" lang="en-US" spc="-20"/>
              <a:t>e</a:t>
            </a:r>
            <a:r>
              <a:rPr dirty="0" sz="4250" lang="en-US" spc="-20"/>
              <a:t>n</a:t>
            </a:r>
            <a:r>
              <a:rPr dirty="0" sz="4250" lang="en-US" spc="-20"/>
              <a:t>t</a:t>
            </a:r>
            <a:endParaRPr sz="4250"/>
          </a:p>
        </p:txBody>
      </p:sp>
      <p:pic>
        <p:nvPicPr>
          <p:cNvPr id="2097159"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47"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4</a:t>
            </a:fld>
            <a:endParaRPr dirty="0" spc="10"/>
          </a:p>
        </p:txBody>
      </p:sp>
      <p:sp>
        <p:nvSpPr>
          <p:cNvPr id="1048700" name=""/>
          <p:cNvSpPr txBox="1"/>
          <p:nvPr/>
        </p:nvSpPr>
        <p:spPr>
          <a:xfrm>
            <a:off x="1459178" y="1375410"/>
            <a:ext cx="6830632" cy="4701539"/>
          </a:xfrm>
          <a:prstGeom prst="rect"/>
        </p:spPr>
        <p:txBody>
          <a:bodyPr rtlCol="0" wrap="square">
            <a:spAutoFit/>
          </a:bodyPr>
          <a:p>
            <a:r>
              <a:rPr sz="2800" lang="en-US">
                <a:solidFill>
                  <a:srgbClr val="000000"/>
                </a:solidFill>
              </a:rPr>
              <a:t>The primary problem with student portfolios is the lack of an efficient, centralized system for managing and evaluating student work and progress, leading to issues like disorganization, time-consuming manual tracking, difficulty in providing structured feedback, and challenges for institutions in assessing overall performance and ensuring scalability and flexibility</a:t>
            </a:r>
            <a:endParaRPr sz="2800" lang="en-US">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grpSp>
        <p:nvGrpSpPr>
          <p:cNvPr id="34" name="object 2"/>
          <p:cNvGrpSpPr/>
          <p:nvPr/>
        </p:nvGrpSpPr>
        <p:grpSpPr>
          <a:xfrm>
            <a:off x="8658225" y="2647950"/>
            <a:ext cx="3533775" cy="3810000"/>
            <a:chOff x="8658225" y="2647950"/>
            <a:chExt cx="3533775" cy="3810000"/>
          </a:xfrm>
        </p:grpSpPr>
        <p:sp>
          <p:nvSpPr>
            <p:cNvPr id="1048648"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49"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0" name="object 5"/>
            <p:cNvPicPr>
              <a:picLocks/>
            </p:cNvPicPr>
            <p:nvPr/>
          </p:nvPicPr>
          <p:blipFill>
            <a:blip xmlns:r="http://schemas.openxmlformats.org/officeDocument/2006/relationships" r:embed="rId1" cstate="print"/>
            <a:stretch>
              <a:fillRect/>
            </a:stretch>
          </p:blipFill>
          <p:spPr>
            <a:xfrm>
              <a:off x="8658225" y="2647950"/>
              <a:ext cx="3533775" cy="3810000"/>
            </a:xfrm>
            <a:prstGeom prst="rect"/>
          </p:spPr>
        </p:pic>
      </p:grpSp>
      <p:sp>
        <p:nvSpPr>
          <p:cNvPr id="1048650" name="object 6"/>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51" name="object 7"/>
          <p:cNvSpPr txBox="1">
            <a:spLocks noGrp="1"/>
          </p:cNvSpPr>
          <p:nvPr>
            <p:ph type="title"/>
          </p:nvPr>
        </p:nvSpPr>
        <p:spPr>
          <a:xfrm>
            <a:off x="739775" y="829627"/>
            <a:ext cx="5263515" cy="1261110"/>
          </a:xfrm>
          <a:prstGeom prst="rect"/>
        </p:spPr>
        <p:txBody>
          <a:bodyPr bIns="0" lIns="0" rIns="0" rtlCol="0" tIns="16510" vert="horz" wrap="square">
            <a:spAutoFit/>
          </a:bodyPr>
          <a:p>
            <a:pPr marL="12700">
              <a:lnSpc>
                <a:spcPct val="100000"/>
              </a:lnSpc>
              <a:spcBef>
                <a:spcPts val="130"/>
              </a:spcBef>
              <a:tabLst>
                <a:tab algn="l" pos="2642870"/>
              </a:tabLst>
            </a:pPr>
            <a:r>
              <a:rPr dirty="0" sz="4250" spc="5"/>
              <a:t>PROJECT	</a:t>
            </a:r>
            <a:r>
              <a:rPr dirty="0" sz="4250" spc="-20"/>
              <a:t>OVERVIEW</a:t>
            </a:r>
            <a:endParaRPr sz="4250"/>
          </a:p>
        </p:txBody>
      </p:sp>
      <p:pic>
        <p:nvPicPr>
          <p:cNvPr id="2097161" name="object 8"/>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52" name="object 10"/>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5</a:t>
            </a:fld>
            <a:endParaRPr dirty="0" spc="10"/>
          </a:p>
        </p:txBody>
      </p:sp>
      <p:sp>
        <p:nvSpPr>
          <p:cNvPr id="1048702" name=""/>
          <p:cNvSpPr txBox="1"/>
          <p:nvPr/>
        </p:nvSpPr>
        <p:spPr>
          <a:xfrm>
            <a:off x="1747837" y="2026443"/>
            <a:ext cx="6810924" cy="3444240"/>
          </a:xfrm>
          <a:prstGeom prst="rect"/>
        </p:spPr>
        <p:txBody>
          <a:bodyPr rtlCol="0" wrap="square">
            <a:spAutoFit/>
          </a:bodyPr>
          <a:p>
            <a:r>
              <a:rPr sz="2800" lang="en-US">
                <a:solidFill>
                  <a:srgbClr val="000000"/>
                </a:solidFill>
              </a:rPr>
              <a:t>The primary problems with student portfolios include challenges for students in motivation, organization, and compilation of work, and for teachers in time commitment for preparation and assessment, increased workload, and potential subjectivity in evaluation</a:t>
            </a:r>
            <a:endParaRPr sz="2800" lang="en-US">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53" name="object 2"/>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4" name="object 3"/>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55" name="object 4"/>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56" name="object 5"/>
          <p:cNvSpPr txBox="1">
            <a:spLocks noGrp="1"/>
          </p:cNvSpPr>
          <p:nvPr>
            <p:ph type="title"/>
          </p:nvPr>
        </p:nvSpPr>
        <p:spPr>
          <a:xfrm>
            <a:off x="699452" y="891793"/>
            <a:ext cx="5014595" cy="981710"/>
          </a:xfrm>
          <a:prstGeom prst="rect"/>
        </p:spPr>
        <p:txBody>
          <a:bodyPr bIns="0" lIns="0" rIns="0" rtlCol="0" tIns="16510" vert="horz" wrap="square">
            <a:spAutoFit/>
          </a:bodyPr>
          <a:p>
            <a:pPr marL="12700">
              <a:lnSpc>
                <a:spcPct val="100000"/>
              </a:lnSpc>
              <a:spcBef>
                <a:spcPts val="130"/>
              </a:spcBef>
            </a:pPr>
            <a:r>
              <a:rPr dirty="0" sz="3200" spc="25"/>
              <a:t>W</a:t>
            </a:r>
            <a:r>
              <a:rPr dirty="0" sz="3200" spc="-20"/>
              <a:t>H</a:t>
            </a:r>
            <a:r>
              <a:rPr dirty="0" sz="3200" spc="20"/>
              <a:t>O</a:t>
            </a:r>
            <a:r>
              <a:rPr dirty="0" sz="3200" spc="-235"/>
              <a:t> </a:t>
            </a:r>
            <a:r>
              <a:rPr dirty="0" sz="3200" spc="-10"/>
              <a:t>AR</a:t>
            </a:r>
            <a:r>
              <a:rPr dirty="0" sz="3200" spc="15"/>
              <a:t>E</a:t>
            </a:r>
            <a:r>
              <a:rPr dirty="0" sz="3200" spc="-35"/>
              <a:t> </a:t>
            </a:r>
            <a:r>
              <a:rPr dirty="0" sz="3200" spc="-10"/>
              <a:t>T</a:t>
            </a:r>
            <a:r>
              <a:rPr dirty="0" sz="3200" spc="-15"/>
              <a:t>H</a:t>
            </a:r>
            <a:r>
              <a:rPr dirty="0" sz="3200" spc="15"/>
              <a:t>E</a:t>
            </a:r>
            <a:r>
              <a:rPr dirty="0" sz="3200" spc="-35"/>
              <a:t> </a:t>
            </a:r>
            <a:r>
              <a:rPr dirty="0" sz="3200" spc="-20"/>
              <a:t>E</a:t>
            </a:r>
            <a:r>
              <a:rPr dirty="0" sz="3200" spc="30"/>
              <a:t>N</a:t>
            </a:r>
            <a:r>
              <a:rPr dirty="0" sz="3200" spc="15"/>
              <a:t>D</a:t>
            </a:r>
            <a:r>
              <a:rPr dirty="0" sz="3200" spc="-45"/>
              <a:t> </a:t>
            </a:r>
            <a:r>
              <a:rPr dirty="0" sz="3200"/>
              <a:t>U</a:t>
            </a:r>
            <a:r>
              <a:rPr dirty="0" sz="3200" spc="10"/>
              <a:t>S</a:t>
            </a:r>
            <a:r>
              <a:rPr dirty="0" sz="3200" spc="-25"/>
              <a:t>E</a:t>
            </a:r>
            <a:r>
              <a:rPr dirty="0" sz="3200" spc="-10"/>
              <a:t>R</a:t>
            </a:r>
            <a:r>
              <a:rPr dirty="0" sz="3200" spc="5"/>
              <a:t>S?</a:t>
            </a:r>
            <a:endParaRPr sz="3200"/>
          </a:p>
        </p:txBody>
      </p:sp>
      <p:pic>
        <p:nvPicPr>
          <p:cNvPr id="2097162" name="object 6"/>
          <p:cNvPicPr>
            <a:picLocks/>
          </p:cNvPicPr>
          <p:nvPr/>
        </p:nvPicPr>
        <p:blipFill>
          <a:blip xmlns:r="http://schemas.openxmlformats.org/officeDocument/2006/relationships" r:embed="rId1" cstate="print"/>
          <a:stretch>
            <a:fillRect/>
          </a:stretch>
        </p:blipFill>
        <p:spPr>
          <a:xfrm>
            <a:off x="723900" y="6172200"/>
            <a:ext cx="2181225" cy="485775"/>
          </a:xfrm>
          <a:prstGeom prst="rect"/>
        </p:spPr>
      </p:pic>
      <p:sp>
        <p:nvSpPr>
          <p:cNvPr id="1048657" name="object 8"/>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6</a:t>
            </a:fld>
            <a:endParaRPr dirty="0" spc="10"/>
          </a:p>
        </p:txBody>
      </p:sp>
      <p:sp>
        <p:nvSpPr>
          <p:cNvPr id="1048703" name=""/>
          <p:cNvSpPr txBox="1"/>
          <p:nvPr/>
        </p:nvSpPr>
        <p:spPr>
          <a:xfrm>
            <a:off x="2293059" y="2545080"/>
            <a:ext cx="6480743" cy="1767840"/>
          </a:xfrm>
          <a:prstGeom prst="rect"/>
        </p:spPr>
        <p:txBody>
          <a:bodyPr rtlCol="0" wrap="square">
            <a:spAutoFit/>
          </a:bodyPr>
          <a:p>
            <a:r>
              <a:rPr sz="2800" lang="en-US">
                <a:solidFill>
                  <a:srgbClr val="000000"/>
                </a:solidFill>
              </a:rPr>
              <a:t>The proportion of each investment type retained is contingent upon the investor's objectives as well as the assets' risk and return attributes</a:t>
            </a:r>
            <a:endParaRPr sz="2800" lang="en-US">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pic>
        <p:nvPicPr>
          <p:cNvPr id="2097163" name="object 2"/>
          <p:cNvPicPr>
            <a:picLocks/>
          </p:cNvPicPr>
          <p:nvPr/>
        </p:nvPicPr>
        <p:blipFill>
          <a:blip xmlns:r="http://schemas.openxmlformats.org/officeDocument/2006/relationships" r:embed="rId1" cstate="print"/>
          <a:stretch>
            <a:fillRect/>
          </a:stretch>
        </p:blipFill>
        <p:spPr>
          <a:xfrm>
            <a:off x="0" y="1476375"/>
            <a:ext cx="2695574" cy="3248025"/>
          </a:xfrm>
          <a:prstGeom prst="rect"/>
        </p:spPr>
      </p:pic>
      <p:sp>
        <p:nvSpPr>
          <p:cNvPr id="1048658"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59"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60"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sp>
        <p:nvSpPr>
          <p:cNvPr id="1048661" name="object 6"/>
          <p:cNvSpPr txBox="1">
            <a:spLocks noGrp="1"/>
          </p:cNvSpPr>
          <p:nvPr>
            <p:ph type="title"/>
          </p:nvPr>
        </p:nvSpPr>
        <p:spPr>
          <a:xfrm>
            <a:off x="558165" y="857885"/>
            <a:ext cx="9763125" cy="546736"/>
          </a:xfrm>
          <a:prstGeom prst="rect"/>
        </p:spPr>
        <p:txBody>
          <a:bodyPr bIns="0" lIns="0" rIns="0" rtlCol="0" tIns="13335" vert="horz" wrap="square">
            <a:spAutoFit/>
          </a:bodyPr>
          <a:p>
            <a:pPr marL="12700">
              <a:lnSpc>
                <a:spcPct val="100000"/>
              </a:lnSpc>
              <a:spcBef>
                <a:spcPts val="105"/>
              </a:spcBef>
            </a:pPr>
            <a:r>
              <a:rPr dirty="0" sz="3600" lang="en-IN" spc="10"/>
              <a:t>TOOLS AND TECHNIQUES</a:t>
            </a:r>
            <a:endParaRPr dirty="0" sz="3600"/>
          </a:p>
        </p:txBody>
      </p:sp>
      <p:pic>
        <p:nvPicPr>
          <p:cNvPr id="2097164" name="object 7"/>
          <p:cNvPicPr>
            <a:picLocks/>
          </p:cNvPicPr>
          <p:nvPr/>
        </p:nvPicPr>
        <p:blipFill>
          <a:blip xmlns:r="http://schemas.openxmlformats.org/officeDocument/2006/relationships" r:embed="rId2" cstate="print"/>
          <a:stretch>
            <a:fillRect/>
          </a:stretch>
        </p:blipFill>
        <p:spPr>
          <a:xfrm>
            <a:off x="676275" y="6467475"/>
            <a:ext cx="2143125" cy="200025"/>
          </a:xfrm>
          <a:prstGeom prst="rect"/>
        </p:spPr>
      </p:pic>
      <p:sp>
        <p:nvSpPr>
          <p:cNvPr id="1048662" name="object 9"/>
          <p:cNvSpPr txBox="1">
            <a:spLocks noGrp="1"/>
          </p:cNvSpPr>
          <p:nvPr>
            <p:ph type="sldNum" sz="quarter" idx="7"/>
          </p:nvPr>
        </p:nvSpPr>
        <p:spPr>
          <a:prstGeom prst="rect"/>
        </p:spPr>
        <p:txBody>
          <a:bodyPr bIns="0" lIns="0" rIns="0" rtlCol="0" tIns="6985" vert="horz" wrap="square">
            <a:spAutoFit/>
          </a:bodyPr>
          <a:p>
            <a:pPr marL="38100">
              <a:lnSpc>
                <a:spcPct val="100000"/>
              </a:lnSpc>
              <a:spcBef>
                <a:spcPts val="55"/>
              </a:spcBef>
            </a:pPr>
            <a:fld id="{81D60167-4931-47E6-BA6A-407CBD079E47}" type="slidenum">
              <a:rPr dirty="0" spc="10"/>
              <a:t>7</a:t>
            </a:fld>
            <a:endParaRPr dirty="0" spc="10"/>
          </a:p>
        </p:txBody>
      </p:sp>
      <p:sp>
        <p:nvSpPr>
          <p:cNvPr id="1048704" name=""/>
          <p:cNvSpPr txBox="1"/>
          <p:nvPr/>
        </p:nvSpPr>
        <p:spPr>
          <a:xfrm rot="15611">
            <a:off x="2441597" y="1687449"/>
            <a:ext cx="7308807" cy="4282440"/>
          </a:xfrm>
          <a:prstGeom prst="rect"/>
        </p:spPr>
        <p:txBody>
          <a:bodyPr rtlCol="0" wrap="square">
            <a:spAutoFit/>
          </a:bodyPr>
          <a:p>
            <a:r>
              <a:rPr sz="2800" lang="en-US">
                <a:solidFill>
                  <a:srgbClr val="000000"/>
                </a:solidFill>
              </a:rPr>
              <a:t>the student, who uses it for self-reflection and to document their learning journey; the teacher, who uses it for assessment, feedback, and to identify learning gaps; and external parties such as parents, who can track their child's progress, and colleges or employers, who use it to evaluate a student's skills and accomplishments for admissions or job opportunities.</a:t>
            </a:r>
            <a:endParaRPr sz="2800" lang="en-US">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63"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5"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64"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8</a:t>
            </a:fld>
            <a:endParaRPr sz="1100">
              <a:latin typeface="Trebuchet MS"/>
              <a:cs typeface="Trebuchet MS"/>
            </a:endParaRPr>
          </a:p>
        </p:txBody>
      </p:sp>
      <p:sp>
        <p:nvSpPr>
          <p:cNvPr id="1048665" name="object 8"/>
          <p:cNvSpPr txBox="1"/>
          <p:nvPr/>
        </p:nvSpPr>
        <p:spPr>
          <a:xfrm>
            <a:off x="739775" y="291147"/>
            <a:ext cx="8794750" cy="629018"/>
          </a:xfrm>
          <a:prstGeom prst="rect"/>
        </p:spPr>
        <p:txBody>
          <a:bodyPr bIns="0" lIns="0" rIns="0" rtlCol="0" tIns="13335" vert="horz" wrap="square">
            <a:spAutoFit/>
          </a:bodyPr>
          <a:p>
            <a:pPr marL="12700">
              <a:lnSpc>
                <a:spcPct val="100000"/>
              </a:lnSpc>
              <a:spcBef>
                <a:spcPts val="105"/>
              </a:spcBef>
            </a:pPr>
            <a:r>
              <a:rPr b="1" dirty="0" sz="4000" lang="en-IN" spc="15">
                <a:latin typeface="Trebuchet MS"/>
                <a:cs typeface="Trebuchet MS"/>
              </a:rPr>
              <a:t>POTFOLIO DESIGN AND LAYOUT</a:t>
            </a:r>
            <a:endParaRPr dirty="0" sz="4000">
              <a:latin typeface="Trebuchet MS"/>
              <a:cs typeface="Trebuchet MS"/>
            </a:endParaRPr>
          </a:p>
        </p:txBody>
      </p:sp>
      <p:sp>
        <p:nvSpPr>
          <p:cNvPr id="1048666" name="object 3"/>
          <p:cNvSpPr/>
          <p:nvPr/>
        </p:nvSpPr>
        <p:spPr>
          <a:xfrm>
            <a:off x="10058400" y="525141"/>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705" name=""/>
          <p:cNvSpPr txBox="1"/>
          <p:nvPr/>
        </p:nvSpPr>
        <p:spPr>
          <a:xfrm>
            <a:off x="1371159" y="1788474"/>
            <a:ext cx="8687241" cy="3025140"/>
          </a:xfrm>
          <a:prstGeom prst="rect"/>
        </p:spPr>
        <p:txBody>
          <a:bodyPr rtlCol="0" wrap="square">
            <a:spAutoFit/>
          </a:bodyPr>
          <a:p>
            <a:r>
              <a:rPr sz="2800" lang="en-US">
                <a:solidFill>
                  <a:srgbClr val="000000"/>
                </a:solidFill>
              </a:rPr>
              <a:t>good portfolio design layout is simple, intuitive, and highlights your best work. Key elements include bold visuals, clean text, a natural browsing flow, and clear separation of projects. You can choose from layouts such as full-screen, sliders, cards, or list formats to present your projects effectively.</a:t>
            </a:r>
            <a:endParaRPr sz="2800" lang="en-US">
              <a:solidFill>
                <a:srgbClr val="00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67" name="Title 1"/>
          <p:cNvSpPr>
            <a:spLocks noGrp="1"/>
          </p:cNvSpPr>
          <p:nvPr>
            <p:ph type="title"/>
          </p:nvPr>
        </p:nvSpPr>
        <p:spPr>
          <a:xfrm>
            <a:off x="755332" y="385444"/>
            <a:ext cx="10681335" cy="723901"/>
          </a:xfrm>
        </p:spPr>
        <p:txBody>
          <a:bodyPr/>
          <a:p>
            <a:r>
              <a:rPr dirty="0" lang="en-IN"/>
              <a:t>FEATURES AND FUNCTIONALITY</a:t>
            </a:r>
          </a:p>
        </p:txBody>
      </p:sp>
      <p:sp>
        <p:nvSpPr>
          <p:cNvPr id="1048706" name=""/>
          <p:cNvSpPr txBox="1"/>
          <p:nvPr/>
        </p:nvSpPr>
        <p:spPr>
          <a:xfrm>
            <a:off x="1522559" y="2211438"/>
            <a:ext cx="8063661" cy="1767840"/>
          </a:xfrm>
          <a:prstGeom prst="rect"/>
        </p:spPr>
        <p:txBody>
          <a:bodyPr rtlCol="0" wrap="square">
            <a:spAutoFit/>
          </a:bodyPr>
          <a:p>
            <a:r>
              <a:rPr sz="2800" lang="en-US">
                <a:solidFill>
                  <a:srgbClr val="000000"/>
                </a:solidFill>
              </a:rPr>
              <a:t>Investment portfolio strategies range from aggressive accumulation to defensive preservation across investor risk appetites and market cycles. Growth portfolio.</a:t>
            </a:r>
            <a:endParaRPr sz="2800" lang="en-US">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68" name="object 2"/>
          <p:cNvSpPr txBox="1"/>
          <p:nvPr/>
        </p:nvSpPr>
        <p:spPr>
          <a:xfrm>
            <a:off x="752475" y="6486037"/>
            <a:ext cx="1773555" cy="323849"/>
          </a:xfrm>
          <a:prstGeom prst="rect"/>
        </p:spPr>
        <p:txBody>
          <a:bodyPr bIns="0" lIns="0" rIns="0" rtlCol="0" tIns="0" vert="horz" wrap="square">
            <a:spAutoFit/>
          </a:bodyPr>
          <a:p>
            <a:pPr>
              <a:lnSpc>
                <a:spcPts val="1275"/>
              </a:lnSpc>
            </a:pPr>
            <a:r>
              <a:rPr dirty="0" sz="1100" spc="20">
                <a:solidFill>
                  <a:srgbClr val="2D83C3"/>
                </a:solidFill>
                <a:latin typeface="Trebuchet MS"/>
                <a:cs typeface="Trebuchet MS"/>
              </a:rPr>
              <a:t>3/21/202</a:t>
            </a:r>
            <a:r>
              <a:rPr dirty="0" sz="1100" spc="10">
                <a:solidFill>
                  <a:srgbClr val="2D83C3"/>
                </a:solidFill>
                <a:latin typeface="Trebuchet MS"/>
                <a:cs typeface="Trebuchet MS"/>
              </a:rPr>
              <a:t>4</a:t>
            </a:r>
            <a:r>
              <a:rPr dirty="0" sz="1100">
                <a:solidFill>
                  <a:srgbClr val="2D83C3"/>
                </a:solidFill>
                <a:latin typeface="Trebuchet MS"/>
                <a:cs typeface="Trebuchet MS"/>
              </a:rPr>
              <a:t> </a:t>
            </a:r>
            <a:r>
              <a:rPr dirty="0" sz="1100" spc="130">
                <a:solidFill>
                  <a:srgbClr val="2D83C3"/>
                </a:solidFill>
                <a:latin typeface="Trebuchet MS"/>
                <a:cs typeface="Trebuchet MS"/>
              </a:rPr>
              <a:t> </a:t>
            </a:r>
            <a:r>
              <a:rPr b="1" dirty="0" sz="1100" spc="50">
                <a:solidFill>
                  <a:srgbClr val="2D83C3"/>
                </a:solidFill>
                <a:latin typeface="Trebuchet MS"/>
                <a:cs typeface="Trebuchet MS"/>
              </a:rPr>
              <a:t>A</a:t>
            </a:r>
            <a:r>
              <a:rPr b="1" dirty="0" sz="1100" spc="15">
                <a:solidFill>
                  <a:srgbClr val="2D83C3"/>
                </a:solidFill>
                <a:latin typeface="Trebuchet MS"/>
                <a:cs typeface="Trebuchet MS"/>
              </a:rPr>
              <a:t>nnu</a:t>
            </a:r>
            <a:r>
              <a:rPr b="1" dirty="0" sz="1100" spc="10">
                <a:solidFill>
                  <a:srgbClr val="2D83C3"/>
                </a:solidFill>
                <a:latin typeface="Trebuchet MS"/>
                <a:cs typeface="Trebuchet MS"/>
              </a:rPr>
              <a:t>al</a:t>
            </a:r>
            <a:r>
              <a:rPr b="1" dirty="0" sz="1100" spc="-140">
                <a:solidFill>
                  <a:srgbClr val="2D83C3"/>
                </a:solidFill>
                <a:latin typeface="Trebuchet MS"/>
                <a:cs typeface="Trebuchet MS"/>
              </a:rPr>
              <a:t> </a:t>
            </a:r>
            <a:r>
              <a:rPr b="1" dirty="0" sz="1100">
                <a:solidFill>
                  <a:srgbClr val="2D83C3"/>
                </a:solidFill>
                <a:latin typeface="Trebuchet MS"/>
                <a:cs typeface="Trebuchet MS"/>
              </a:rPr>
              <a:t>R</a:t>
            </a:r>
            <a:r>
              <a:rPr b="1" dirty="0" sz="1100" spc="35">
                <a:solidFill>
                  <a:srgbClr val="2D83C3"/>
                </a:solidFill>
                <a:latin typeface="Trebuchet MS"/>
                <a:cs typeface="Trebuchet MS"/>
              </a:rPr>
              <a:t>e</a:t>
            </a:r>
            <a:r>
              <a:rPr b="1" dirty="0" sz="1100" spc="90">
                <a:solidFill>
                  <a:srgbClr val="2D83C3"/>
                </a:solidFill>
                <a:latin typeface="Trebuchet MS"/>
                <a:cs typeface="Trebuchet MS"/>
              </a:rPr>
              <a:t>v</a:t>
            </a:r>
            <a:r>
              <a:rPr b="1" dirty="0" sz="1100" spc="-35">
                <a:solidFill>
                  <a:srgbClr val="2D83C3"/>
                </a:solidFill>
                <a:latin typeface="Trebuchet MS"/>
                <a:cs typeface="Trebuchet MS"/>
              </a:rPr>
              <a:t>i</a:t>
            </a:r>
            <a:r>
              <a:rPr b="1" dirty="0" sz="1100" spc="35">
                <a:solidFill>
                  <a:srgbClr val="2D83C3"/>
                </a:solidFill>
                <a:latin typeface="Trebuchet MS"/>
                <a:cs typeface="Trebuchet MS"/>
              </a:rPr>
              <a:t>e</a:t>
            </a:r>
            <a:r>
              <a:rPr b="1" dirty="0" sz="1100" spc="15">
                <a:solidFill>
                  <a:srgbClr val="2D83C3"/>
                </a:solidFill>
                <a:latin typeface="Trebuchet MS"/>
                <a:cs typeface="Trebuchet MS"/>
              </a:rPr>
              <a:t>w</a:t>
            </a:r>
            <a:endParaRPr sz="1100">
              <a:latin typeface="Trebuchet MS"/>
              <a:cs typeface="Trebuchet MS"/>
            </a:endParaRPr>
          </a:p>
        </p:txBody>
      </p:sp>
      <p:sp>
        <p:nvSpPr>
          <p:cNvPr id="1048669"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0"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1"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6" name="object 6"/>
          <p:cNvPicPr>
            <a:picLocks/>
          </p:cNvPicPr>
          <p:nvPr/>
        </p:nvPicPr>
        <p:blipFill>
          <a:blip xmlns:r="http://schemas.openxmlformats.org/officeDocument/2006/relationships" r:embed="rId1" cstate="print"/>
          <a:stretch>
            <a:fillRect/>
          </a:stretch>
        </p:blipFill>
        <p:spPr>
          <a:xfrm>
            <a:off x="66675" y="3381373"/>
            <a:ext cx="2466975" cy="3419475"/>
          </a:xfrm>
          <a:prstGeom prst="rect"/>
        </p:spPr>
      </p:pic>
      <p:sp>
        <p:nvSpPr>
          <p:cNvPr id="1048672" name="object 7"/>
          <p:cNvSpPr txBox="1">
            <a:spLocks noGrp="1"/>
          </p:cNvSpPr>
          <p:nvPr>
            <p:ph type="title"/>
          </p:nvPr>
        </p:nvSpPr>
        <p:spPr>
          <a:xfrm>
            <a:off x="739775" y="654938"/>
            <a:ext cx="8480425" cy="638810"/>
          </a:xfrm>
          <a:prstGeom prst="rect"/>
        </p:spPr>
        <p:txBody>
          <a:bodyPr bIns="0" lIns="0" rIns="0" rtlCol="0" tIns="16510" vert="horz" wrap="square">
            <a:spAutoFit/>
          </a:bodyPr>
          <a:p>
            <a:pPr marL="12700">
              <a:lnSpc>
                <a:spcPct val="100000"/>
              </a:lnSpc>
              <a:spcBef>
                <a:spcPts val="130"/>
              </a:spcBef>
            </a:pPr>
            <a:r>
              <a:rPr dirty="0" sz="4250" lang="en-IN" spc="15"/>
              <a:t>RESULTS AND SCREENSHOTS</a:t>
            </a:r>
            <a:endParaRPr dirty="0" sz="4250"/>
          </a:p>
        </p:txBody>
      </p:sp>
      <p:sp>
        <p:nvSpPr>
          <p:cNvPr id="1048673" name="object 8"/>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10</a:t>
            </a:fld>
            <a:endParaRPr sz="1100">
              <a:latin typeface="Trebuchet MS"/>
              <a:cs typeface="Trebuchet MS"/>
            </a:endParaRPr>
          </a:p>
        </p:txBody>
      </p:sp>
      <p:sp>
        <p:nvSpPr>
          <p:cNvPr id="1048674" name="TextBox 8"/>
          <p:cNvSpPr txBox="1"/>
          <p:nvPr/>
        </p:nvSpPr>
        <p:spPr>
          <a:xfrm>
            <a:off x="2743200" y="2354703"/>
            <a:ext cx="8534018" cy="954107"/>
          </a:xfrm>
          <a:prstGeom prst="rect"/>
          <a:noFill/>
        </p:spPr>
        <p:txBody>
          <a:bodyPr rtlCol="0" wrap="square">
            <a:spAutoFit/>
          </a:bodyPr>
          <a:p>
            <a:pPr algn="l">
              <a:buFont typeface="Arial" panose="020B0604020202020204" pitchFamily="34" charset="0"/>
              <a:buChar char="•"/>
            </a:pPr>
            <a:endParaRPr b="0" dirty="0" sz="2800" i="0" lang="en-US">
              <a:solidFill>
                <a:srgbClr val="0D0D0D"/>
              </a:solidFill>
              <a:effectLst/>
              <a:latin typeface="Times New Roman" panose="02020603050405020304" pitchFamily="18" charset="0"/>
              <a:cs typeface="Times New Roman" panose="02020603050405020304" pitchFamily="18" charset="0"/>
            </a:endParaRPr>
          </a:p>
          <a:p>
            <a:endParaRPr dirty="0" sz="2800" lang="en-IN">
              <a:latin typeface="Times New Roman" panose="02020603050405020304" pitchFamily="18" charset="0"/>
              <a:cs typeface="Times New Roman" panose="02020603050405020304" pitchFamily="18" charset="0"/>
            </a:endParaRPr>
          </a:p>
        </p:txBody>
      </p:sp>
      <p:pic>
        <p:nvPicPr>
          <p:cNvPr id="2097168" name=""/>
          <p:cNvPicPr>
            <a:picLocks/>
          </p:cNvPicPr>
          <p:nvPr/>
        </p:nvPicPr>
        <p:blipFill>
          <a:blip xmlns:r="http://schemas.openxmlformats.org/officeDocument/2006/relationships" r:embed="rId2"/>
          <a:stretch>
            <a:fillRect/>
          </a:stretch>
        </p:blipFill>
        <p:spPr>
          <a:xfrm rot="10800000" flipH="1" flipV="1">
            <a:off x="4254992" y="1439529"/>
            <a:ext cx="2139089" cy="4918430"/>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75" name="object 3"/>
          <p:cNvSpPr/>
          <p:nvPr/>
        </p:nvSpPr>
        <p:spPr>
          <a:xfrm>
            <a:off x="9353550" y="5362575"/>
            <a:ext cx="457200" cy="457200"/>
          </a:xfrm>
          <a:custGeom>
            <a:avLst/>
            <a:ah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bIns="0" lIns="0" rIns="0" rtlCol="0" tIns="0" wrap="square"/>
          <a:p/>
        </p:txBody>
      </p:sp>
      <p:sp>
        <p:nvSpPr>
          <p:cNvPr id="1048676" name="object 4"/>
          <p:cNvSpPr/>
          <p:nvPr/>
        </p:nvSpPr>
        <p:spPr>
          <a:xfrm>
            <a:off x="6696075" y="1695450"/>
            <a:ext cx="314325" cy="323850"/>
          </a:xfrm>
          <a:custGeom>
            <a:avLst/>
            <a:ah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bIns="0" lIns="0" rIns="0" rtlCol="0" tIns="0" wrap="square"/>
          <a:p/>
        </p:txBody>
      </p:sp>
      <p:sp>
        <p:nvSpPr>
          <p:cNvPr id="1048677" name="object 5"/>
          <p:cNvSpPr/>
          <p:nvPr/>
        </p:nvSpPr>
        <p:spPr>
          <a:xfrm>
            <a:off x="9353550" y="5895975"/>
            <a:ext cx="180975" cy="180975"/>
          </a:xfrm>
          <a:custGeom>
            <a:avLst/>
            <a:ah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bIns="0" lIns="0" rIns="0" rtlCol="0" tIns="0" wrap="square"/>
          <a:p/>
        </p:txBody>
      </p:sp>
      <p:pic>
        <p:nvPicPr>
          <p:cNvPr id="2097167" name="object 6"/>
          <p:cNvPicPr>
            <a:picLocks/>
          </p:cNvPicPr>
          <p:nvPr/>
        </p:nvPicPr>
        <p:blipFill>
          <a:blip xmlns:r="http://schemas.openxmlformats.org/officeDocument/2006/relationships" r:embed="rId1" cstate="print"/>
          <a:stretch>
            <a:fillRect/>
          </a:stretch>
        </p:blipFill>
        <p:spPr>
          <a:xfrm>
            <a:off x="1666875" y="6467475"/>
            <a:ext cx="76200" cy="177800"/>
          </a:xfrm>
          <a:prstGeom prst="rect"/>
        </p:spPr>
      </p:pic>
      <p:sp>
        <p:nvSpPr>
          <p:cNvPr id="1048678" name="object 7"/>
          <p:cNvSpPr txBox="1">
            <a:spLocks noGrp="1"/>
          </p:cNvSpPr>
          <p:nvPr>
            <p:ph type="title"/>
          </p:nvPr>
        </p:nvSpPr>
        <p:spPr>
          <a:xfrm>
            <a:off x="755332" y="385444"/>
            <a:ext cx="4578668" cy="752129"/>
          </a:xfrm>
          <a:prstGeom prst="rect"/>
        </p:spPr>
        <p:txBody>
          <a:bodyPr bIns="0" lIns="0" rIns="0" rtlCol="0" tIns="13335" vert="horz" wrap="square">
            <a:spAutoFit/>
          </a:bodyPr>
          <a:p>
            <a:pPr marL="12700">
              <a:lnSpc>
                <a:spcPct val="100000"/>
              </a:lnSpc>
              <a:spcBef>
                <a:spcPts val="105"/>
              </a:spcBef>
            </a:pPr>
            <a:r>
              <a:rPr dirty="0" lang="en-IN"/>
              <a:t>CONCLUSION</a:t>
            </a:r>
            <a:endParaRPr dirty="0"/>
          </a:p>
        </p:txBody>
      </p:sp>
      <p:sp>
        <p:nvSpPr>
          <p:cNvPr id="1048679" name="object 9"/>
          <p:cNvSpPr txBox="1"/>
          <p:nvPr/>
        </p:nvSpPr>
        <p:spPr>
          <a:xfrm>
            <a:off x="11277218" y="6473337"/>
            <a:ext cx="228600" cy="191770"/>
          </a:xfrm>
          <a:prstGeom prst="rect"/>
        </p:spPr>
        <p:txBody>
          <a:bodyPr bIns="0" lIns="0" rIns="0" rtlCol="0" tIns="6985" vert="horz" wrap="square">
            <a:spAutoFit/>
          </a:bodyPr>
          <a:p>
            <a:pPr marL="38100">
              <a:lnSpc>
                <a:spcPct val="100000"/>
              </a:lnSpc>
              <a:spcBef>
                <a:spcPts val="55"/>
              </a:spcBef>
            </a:pPr>
            <a:fld id="{81D60167-4931-47E6-BA6A-407CBD079E47}" type="slidenum">
              <a:rPr dirty="0" sz="1100" spc="10">
                <a:solidFill>
                  <a:srgbClr val="2D936B"/>
                </a:solidFill>
                <a:latin typeface="Trebuchet MS"/>
                <a:cs typeface="Trebuchet MS"/>
              </a:rPr>
              <a:t>11</a:t>
            </a:fld>
            <a:endParaRPr sz="1100">
              <a:latin typeface="Trebuchet MS"/>
              <a:cs typeface="Trebuchet MS"/>
            </a:endParaRPr>
          </a:p>
        </p:txBody>
      </p:sp>
      <p:sp>
        <p:nvSpPr>
          <p:cNvPr id="1048709" name=""/>
          <p:cNvSpPr txBox="1"/>
          <p:nvPr/>
        </p:nvSpPr>
        <p:spPr>
          <a:xfrm>
            <a:off x="3810000" y="3251200"/>
            <a:ext cx="4572000" cy="510540"/>
          </a:xfrm>
          <a:prstGeom prst="rect"/>
        </p:spPr>
        <p:txBody>
          <a:bodyPr rtlCol="0" wrap="square">
            <a:spAutoFit/>
          </a:bodyPr>
          <a:p>
            <a:r>
              <a:rPr sz="2800" lang="en-US">
                <a:solidFill>
                  <a:srgbClr val="000000"/>
                </a:solidFill>
              </a:rPr>
              <a:t>Thankyou</a:t>
            </a:r>
            <a:endParaRPr sz="2800" lang="en-US">
              <a:solidFill>
                <a:srgbClr val="00000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Face Mask Detection using Convolutional Neural Network (CNN)  </dc:title>
  <dc:creator>Konduru Narasimha</dc:creator>
  <cp:lastModifiedBy>Nanthini Mohan</cp:lastModifiedBy>
  <dcterms:created xsi:type="dcterms:W3CDTF">2024-03-28T17:07:22Z</dcterms:created>
  <dcterms:modified xsi:type="dcterms:W3CDTF">2025-09-11T08:45:31Z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y fmtid="{D5CDD505-2E9C-101B-9397-08002B2CF9AE}" pid="4" name="ICV">
    <vt:lpwstr>d060f9f18a2f4362a64b068b5db04d94</vt:lpwstr>
  </property>
</Properties>
</file>